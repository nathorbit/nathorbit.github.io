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86" r:id="rId3"/>
    <p:sldId id="287" r:id="rId4"/>
    <p:sldId id="288" r:id="rId5"/>
    <p:sldId id="289" r:id="rId6"/>
    <p:sldId id="290" r:id="rId7"/>
    <p:sldId id="291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809"/>
    <a:srgbClr val="191818"/>
    <a:srgbClr val="FFFFFF"/>
    <a:srgbClr val="950F48"/>
    <a:srgbClr val="B30D50"/>
    <a:srgbClr val="B907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7D46F2-89AD-70FB-2587-C806294CB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D2DB53F-F8FE-ED21-B413-E1EA203C71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CCD27B-9BAC-2769-3DFE-8497F71C0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3C431A-2E7E-EFB1-7E8B-5AE41925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68E94A-68F5-85CA-C7C7-C61958AA4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51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EA15A5-D143-BF6F-C9BC-669B866D7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2D0DB8-789F-6DBC-A597-D7AA93191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E8F054-470D-B833-94CB-FFB0C79D8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C6EC91-E845-66E5-451D-784F9C0C4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3AA7F0-F16F-4670-B158-469BDF014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832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AB273C-D3E7-049C-CCA2-FCC358B92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6CD47F-9B81-CF32-ACA2-B5EFDF447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40F601-D07E-A69C-57D1-DC42C85C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C8A0DA-21FB-CE93-D934-523F7496D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AC2A34-F280-7BCE-0813-31498A1E6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5248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DA5C06-2323-F387-0113-32687EA7C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DFF9C8-FB57-9515-E4CB-FE3AF601E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2696FFE-DB78-E7FA-0DF2-A00BDF06E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460E77-3119-B1D2-50C1-F72CB4AE5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63869B6-C3D5-777B-257E-837589C07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CDE982-F1D3-7FA7-F3E7-6AAA26DC2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7150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7F0406-BD0F-FF7A-9841-0F293A246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0E63A2-52F4-1238-D713-1D59E947E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2591EB6-095E-6C71-B77F-44E1A5307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C1745B-D46E-A73C-6D4F-7CCE98BA95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8A5ED33-55CB-F6A2-8AA6-C83BAD030D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838C948-70BF-02CF-E456-55B4FAC74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11/08/2026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E16707B-D3D6-F583-7E9B-420926A99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FF79445-FF7E-7329-416E-0F776CEA0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448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B913D5-AD4C-7F45-7CDD-D839EA71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EA22382-77F1-6D5E-7B06-937D71A93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11/08/2026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FEBD3BE-920D-0B99-7F4F-FCA721671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0672DF8-985C-7EB3-AFF4-5336A3E15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95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B099D3B-6097-7268-F5F8-7EDEA5224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843CDC8-004F-4A3A-FE15-E1EB8ABD4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6E2D86-6007-3483-F043-1AE5CEE1D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190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7C57DA-24FD-E262-C169-374FC964C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227931-C7EA-60EF-C502-FD0F26DAE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7E2EEF3-90F5-B6D3-5CFF-1BB36A31C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F281D59-D84E-A41B-4F5C-80564735D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95F86D-514F-17CD-5A67-CD2B6F680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0103BE-F98B-8ADC-82C5-7F6085462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003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76AF36-17EA-52D1-A40C-8F3E604AC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A227D94-5D01-1AD3-4FFD-AEA3FD696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248B2F-BB86-E3F7-19A1-A30C988AC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4E8F86F-E1C0-59DD-93A6-59C50AFEF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13EDAF-14F7-7CBF-5B8C-5F62DBFE5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B6543AE-B871-B7EF-F0FB-81694658E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5333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098073-7E20-E2D2-F90F-9DA929B6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6F1D534-58A1-0EEC-0CCC-1042018F07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A93D25-80CB-6978-1B75-E8580644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DFD1C2-E6A7-F508-65DA-8A38FE65D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3702A3-549C-FED7-DCC1-664A5C3B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645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19D4AEA-E959-775F-A7D3-23FF0E761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38AF2EE-482B-9467-75ED-FFDF3F3CB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F4ADE4-EAB8-26E7-996B-AD4860AD8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C8E0A8-3ACF-D466-BA47-803BBA899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1F452A-7BF7-1D10-056D-1B3C4C4D9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9425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914F1B-C294-0AF5-CF03-161E9EFFD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E501BE-EEA1-65F3-A377-1E6A90A2D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EA48DD-68A0-52D7-9D49-E6809B6D34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10F187-4562-4981-BE20-64009B315E4D}" type="datetimeFigureOut">
              <a:rPr lang="fr-FR" smtClean="0"/>
              <a:t>11/08/2026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4812BC-D20C-AC11-7837-9ACE6847C9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6DC237-C07E-75B7-8909-717F5936A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8830E5E-DAD5-42D8-E256-AC403DC93E5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60200" y="63500"/>
            <a:ext cx="90011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Diffusion Limitée</a:t>
            </a:r>
          </a:p>
        </p:txBody>
      </p:sp>
    </p:spTree>
    <p:extLst>
      <p:ext uri="{BB962C8B-B14F-4D97-AF65-F5344CB8AC3E}">
        <p14:creationId xmlns:p14="http://schemas.microsoft.com/office/powerpoint/2010/main" val="108687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C56D2-EB4D-8580-C080-37DBB6EAD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2D95A23B-A498-72CB-D4C6-C0F844408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57200" y="-3979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D04C153-2370-D506-BE51-920E02CD7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10" t="26543" r="37407" b="29629"/>
          <a:stretch>
            <a:fillRect/>
          </a:stretch>
        </p:blipFill>
        <p:spPr>
          <a:xfrm>
            <a:off x="2624873" y="917048"/>
            <a:ext cx="4004323" cy="4456221"/>
          </a:xfrm>
          <a:prstGeom prst="rect">
            <a:avLst/>
          </a:prstGeom>
        </p:spPr>
      </p:pic>
      <p:sp>
        <p:nvSpPr>
          <p:cNvPr id="2" name="Arc 1">
            <a:extLst>
              <a:ext uri="{FF2B5EF4-FFF2-40B4-BE49-F238E27FC236}">
                <a16:creationId xmlns:a16="http://schemas.microsoft.com/office/drawing/2014/main" id="{A9F2DE82-564A-9963-1C01-551BED40E1FA}"/>
              </a:ext>
            </a:extLst>
          </p:cNvPr>
          <p:cNvSpPr/>
          <p:nvPr/>
        </p:nvSpPr>
        <p:spPr>
          <a:xfrm rot="2759821">
            <a:off x="4033390" y="1456527"/>
            <a:ext cx="3682690" cy="3647655"/>
          </a:xfrm>
          <a:prstGeom prst="arc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F36BA607-3910-C7C5-3D84-726D422ECB7A}"/>
              </a:ext>
            </a:extLst>
          </p:cNvPr>
          <p:cNvSpPr/>
          <p:nvPr/>
        </p:nvSpPr>
        <p:spPr>
          <a:xfrm rot="2759821">
            <a:off x="3392582" y="648963"/>
            <a:ext cx="5313187" cy="5262784"/>
          </a:xfrm>
          <a:prstGeom prst="arc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98E2640-C60F-7875-C819-18556461C80B}"/>
              </a:ext>
            </a:extLst>
          </p:cNvPr>
          <p:cNvSpPr/>
          <p:nvPr/>
        </p:nvSpPr>
        <p:spPr>
          <a:xfrm>
            <a:off x="7160895" y="1987126"/>
            <a:ext cx="55245" cy="57150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A085B10-29CB-C495-8453-5E5A6E7EDE99}"/>
              </a:ext>
            </a:extLst>
          </p:cNvPr>
          <p:cNvSpPr/>
          <p:nvPr/>
        </p:nvSpPr>
        <p:spPr>
          <a:xfrm>
            <a:off x="7915275" y="1423246"/>
            <a:ext cx="55245" cy="57150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709EC1E9-6405-D04F-54F0-A8D5D8C46691}"/>
              </a:ext>
            </a:extLst>
          </p:cNvPr>
          <p:cNvSpPr/>
          <p:nvPr/>
        </p:nvSpPr>
        <p:spPr>
          <a:xfrm>
            <a:off x="7131367" y="4572211"/>
            <a:ext cx="55245" cy="57150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DFCF944C-7854-CA3E-554D-6E8C6F5601AC}"/>
              </a:ext>
            </a:extLst>
          </p:cNvPr>
          <p:cNvSpPr/>
          <p:nvPr/>
        </p:nvSpPr>
        <p:spPr>
          <a:xfrm>
            <a:off x="7870507" y="5160856"/>
            <a:ext cx="55245" cy="57150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6324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3993F-6676-7C33-4877-4BA6DB1CD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661BEFE5-0C18-5FDB-DA7F-63723095F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0E87A8A-202E-A871-27A8-36CC1051D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95" t="31067" r="41228" b="30336"/>
          <a:stretch>
            <a:fillRect/>
          </a:stretch>
        </p:blipFill>
        <p:spPr>
          <a:xfrm>
            <a:off x="1127760" y="0"/>
            <a:ext cx="5334000" cy="5364480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BABE903-0821-8737-F2D4-A7CF697D1089}"/>
              </a:ext>
            </a:extLst>
          </p:cNvPr>
          <p:cNvSpPr/>
          <p:nvPr/>
        </p:nvSpPr>
        <p:spPr>
          <a:xfrm rot="21389571">
            <a:off x="7164196" y="2436979"/>
            <a:ext cx="3317240" cy="143932"/>
          </a:xfrm>
          <a:prstGeom prst="roundRect">
            <a:avLst>
              <a:gd name="adj" fmla="val 50000"/>
            </a:avLst>
          </a:prstGeom>
          <a:solidFill>
            <a:srgbClr val="19181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E658E3F-5ADD-A0B3-88F9-8AD400D631FB}"/>
              </a:ext>
            </a:extLst>
          </p:cNvPr>
          <p:cNvSpPr/>
          <p:nvPr/>
        </p:nvSpPr>
        <p:spPr>
          <a:xfrm rot="323063">
            <a:off x="7162336" y="3252088"/>
            <a:ext cx="3317240" cy="143932"/>
          </a:xfrm>
          <a:prstGeom prst="roundRect">
            <a:avLst>
              <a:gd name="adj" fmla="val 50000"/>
            </a:avLst>
          </a:prstGeom>
          <a:solidFill>
            <a:srgbClr val="19181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926E94F-D4B0-C57F-92C8-A76B35C6FE3F}"/>
              </a:ext>
            </a:extLst>
          </p:cNvPr>
          <p:cNvSpPr/>
          <p:nvPr/>
        </p:nvSpPr>
        <p:spPr>
          <a:xfrm rot="705653">
            <a:off x="7077668" y="3985261"/>
            <a:ext cx="3317240" cy="143932"/>
          </a:xfrm>
          <a:prstGeom prst="roundRect">
            <a:avLst>
              <a:gd name="adj" fmla="val 50000"/>
            </a:avLst>
          </a:prstGeom>
          <a:solidFill>
            <a:srgbClr val="19181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43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B379C-8028-409D-9C19-5850A741F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A013C514-5394-8E04-22BB-1AD46796C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B2A59BC7-BB0E-0842-260D-C90A49ABC0F1}"/>
              </a:ext>
            </a:extLst>
          </p:cNvPr>
          <p:cNvGrpSpPr/>
          <p:nvPr/>
        </p:nvGrpSpPr>
        <p:grpSpPr>
          <a:xfrm>
            <a:off x="4441601" y="720423"/>
            <a:ext cx="2509046" cy="1438577"/>
            <a:chOff x="4441600" y="720423"/>
            <a:chExt cx="2934331" cy="1682417"/>
          </a:xfrm>
        </p:grpSpPr>
        <p:sp>
          <p:nvSpPr>
            <p:cNvPr id="10" name="Freeform 151">
              <a:extLst>
                <a:ext uri="{FF2B5EF4-FFF2-40B4-BE49-F238E27FC236}">
                  <a16:creationId xmlns:a16="http://schemas.microsoft.com/office/drawing/2014/main" id="{04727117-FA9E-BED1-51D8-26A36F59D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2608" y="1634748"/>
              <a:ext cx="664432" cy="388300"/>
            </a:xfrm>
            <a:custGeom>
              <a:avLst/>
              <a:gdLst>
                <a:gd name="T0" fmla="*/ 28 w 340"/>
                <a:gd name="T1" fmla="*/ 197 h 198"/>
                <a:gd name="T2" fmla="*/ 0 w 340"/>
                <a:gd name="T3" fmla="*/ 169 h 198"/>
                <a:gd name="T4" fmla="*/ 0 w 340"/>
                <a:gd name="T5" fmla="*/ 84 h 198"/>
                <a:gd name="T6" fmla="*/ 170 w 340"/>
                <a:gd name="T7" fmla="*/ 0 h 198"/>
                <a:gd name="T8" fmla="*/ 169 w 340"/>
                <a:gd name="T9" fmla="*/ 0 h 198"/>
                <a:gd name="T10" fmla="*/ 339 w 340"/>
                <a:gd name="T11" fmla="*/ 84 h 198"/>
                <a:gd name="T12" fmla="*/ 339 w 340"/>
                <a:gd name="T13" fmla="*/ 169 h 198"/>
                <a:gd name="T14" fmla="*/ 311 w 340"/>
                <a:gd name="T15" fmla="*/ 197 h 198"/>
                <a:gd name="T16" fmla="*/ 28 w 340"/>
                <a:gd name="T17" fmla="*/ 197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0" h="198">
                  <a:moveTo>
                    <a:pt x="28" y="197"/>
                  </a:moveTo>
                  <a:cubicBezTo>
                    <a:pt x="13" y="197"/>
                    <a:pt x="0" y="185"/>
                    <a:pt x="0" y="169"/>
                  </a:cubicBezTo>
                  <a:lnTo>
                    <a:pt x="0" y="84"/>
                  </a:lnTo>
                  <a:cubicBezTo>
                    <a:pt x="0" y="52"/>
                    <a:pt x="93" y="0"/>
                    <a:pt x="170" y="0"/>
                  </a:cubicBezTo>
                  <a:lnTo>
                    <a:pt x="169" y="0"/>
                  </a:lnTo>
                  <a:cubicBezTo>
                    <a:pt x="246" y="0"/>
                    <a:pt x="339" y="52"/>
                    <a:pt x="339" y="84"/>
                  </a:cubicBezTo>
                  <a:lnTo>
                    <a:pt x="339" y="169"/>
                  </a:lnTo>
                  <a:cubicBezTo>
                    <a:pt x="339" y="185"/>
                    <a:pt x="326" y="197"/>
                    <a:pt x="311" y="197"/>
                  </a:cubicBezTo>
                  <a:lnTo>
                    <a:pt x="28" y="197"/>
                  </a:lnTo>
                </a:path>
              </a:pathLst>
            </a:custGeom>
            <a:solidFill>
              <a:srgbClr val="FFFFFF"/>
            </a:solidFill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" name="Freeform 152">
              <a:extLst>
                <a:ext uri="{FF2B5EF4-FFF2-40B4-BE49-F238E27FC236}">
                  <a16:creationId xmlns:a16="http://schemas.microsoft.com/office/drawing/2014/main" id="{FF6A68C3-B95C-B5FD-2663-9FDBF5CF1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4787" y="1082496"/>
              <a:ext cx="440074" cy="552252"/>
            </a:xfrm>
            <a:custGeom>
              <a:avLst/>
              <a:gdLst>
                <a:gd name="T0" fmla="*/ 113 w 226"/>
                <a:gd name="T1" fmla="*/ 282 h 283"/>
                <a:gd name="T2" fmla="*/ 225 w 226"/>
                <a:gd name="T3" fmla="*/ 161 h 283"/>
                <a:gd name="T4" fmla="*/ 225 w 226"/>
                <a:gd name="T5" fmla="*/ 121 h 283"/>
                <a:gd name="T6" fmla="*/ 113 w 226"/>
                <a:gd name="T7" fmla="*/ 0 h 283"/>
                <a:gd name="T8" fmla="*/ 0 w 226"/>
                <a:gd name="T9" fmla="*/ 121 h 283"/>
                <a:gd name="T10" fmla="*/ 0 w 226"/>
                <a:gd name="T11" fmla="*/ 161 h 283"/>
                <a:gd name="T12" fmla="*/ 113 w 226"/>
                <a:gd name="T13" fmla="*/ 282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" h="283">
                  <a:moveTo>
                    <a:pt x="113" y="282"/>
                  </a:moveTo>
                  <a:cubicBezTo>
                    <a:pt x="180" y="282"/>
                    <a:pt x="225" y="228"/>
                    <a:pt x="225" y="161"/>
                  </a:cubicBezTo>
                  <a:lnTo>
                    <a:pt x="225" y="121"/>
                  </a:lnTo>
                  <a:cubicBezTo>
                    <a:pt x="225" y="54"/>
                    <a:pt x="181" y="0"/>
                    <a:pt x="113" y="0"/>
                  </a:cubicBezTo>
                  <a:cubicBezTo>
                    <a:pt x="46" y="0"/>
                    <a:pt x="0" y="54"/>
                    <a:pt x="0" y="121"/>
                  </a:cubicBezTo>
                  <a:lnTo>
                    <a:pt x="0" y="161"/>
                  </a:lnTo>
                  <a:cubicBezTo>
                    <a:pt x="0" y="228"/>
                    <a:pt x="45" y="282"/>
                    <a:pt x="113" y="282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" name="Freeform 153">
              <a:extLst>
                <a:ext uri="{FF2B5EF4-FFF2-40B4-BE49-F238E27FC236}">
                  <a16:creationId xmlns:a16="http://schemas.microsoft.com/office/drawing/2014/main" id="{E7437D93-F3C5-FEBA-D3CD-D33466AF6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1393" y="1634748"/>
              <a:ext cx="664426" cy="388300"/>
            </a:xfrm>
            <a:custGeom>
              <a:avLst/>
              <a:gdLst>
                <a:gd name="T0" fmla="*/ 28 w 339"/>
                <a:gd name="T1" fmla="*/ 197 h 198"/>
                <a:gd name="T2" fmla="*/ 0 w 339"/>
                <a:gd name="T3" fmla="*/ 169 h 198"/>
                <a:gd name="T4" fmla="*/ 0 w 339"/>
                <a:gd name="T5" fmla="*/ 84 h 198"/>
                <a:gd name="T6" fmla="*/ 169 w 339"/>
                <a:gd name="T7" fmla="*/ 0 h 198"/>
                <a:gd name="T8" fmla="*/ 169 w 339"/>
                <a:gd name="T9" fmla="*/ 0 h 198"/>
                <a:gd name="T10" fmla="*/ 338 w 339"/>
                <a:gd name="T11" fmla="*/ 84 h 198"/>
                <a:gd name="T12" fmla="*/ 338 w 339"/>
                <a:gd name="T13" fmla="*/ 169 h 198"/>
                <a:gd name="T14" fmla="*/ 310 w 339"/>
                <a:gd name="T15" fmla="*/ 197 h 198"/>
                <a:gd name="T16" fmla="*/ 28 w 339"/>
                <a:gd name="T17" fmla="*/ 197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9" h="198">
                  <a:moveTo>
                    <a:pt x="28" y="197"/>
                  </a:moveTo>
                  <a:cubicBezTo>
                    <a:pt x="12" y="197"/>
                    <a:pt x="0" y="185"/>
                    <a:pt x="0" y="169"/>
                  </a:cubicBezTo>
                  <a:lnTo>
                    <a:pt x="0" y="84"/>
                  </a:lnTo>
                  <a:cubicBezTo>
                    <a:pt x="0" y="52"/>
                    <a:pt x="93" y="0"/>
                    <a:pt x="169" y="0"/>
                  </a:cubicBezTo>
                  <a:lnTo>
                    <a:pt x="169" y="0"/>
                  </a:lnTo>
                  <a:cubicBezTo>
                    <a:pt x="245" y="0"/>
                    <a:pt x="338" y="52"/>
                    <a:pt x="338" y="84"/>
                  </a:cubicBezTo>
                  <a:lnTo>
                    <a:pt x="338" y="169"/>
                  </a:lnTo>
                  <a:cubicBezTo>
                    <a:pt x="338" y="185"/>
                    <a:pt x="326" y="197"/>
                    <a:pt x="310" y="197"/>
                  </a:cubicBezTo>
                  <a:lnTo>
                    <a:pt x="28" y="197"/>
                  </a:lnTo>
                </a:path>
              </a:pathLst>
            </a:custGeom>
            <a:solidFill>
              <a:srgbClr val="FFFFFF"/>
            </a:solidFill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" name="Freeform 154">
              <a:extLst>
                <a:ext uri="{FF2B5EF4-FFF2-40B4-BE49-F238E27FC236}">
                  <a16:creationId xmlns:a16="http://schemas.microsoft.com/office/drawing/2014/main" id="{718E469A-DEC7-9B15-E5B0-8756EC26E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4940" y="1082496"/>
              <a:ext cx="440074" cy="552252"/>
            </a:xfrm>
            <a:custGeom>
              <a:avLst/>
              <a:gdLst>
                <a:gd name="T0" fmla="*/ 113 w 227"/>
                <a:gd name="T1" fmla="*/ 282 h 283"/>
                <a:gd name="T2" fmla="*/ 226 w 227"/>
                <a:gd name="T3" fmla="*/ 161 h 283"/>
                <a:gd name="T4" fmla="*/ 226 w 227"/>
                <a:gd name="T5" fmla="*/ 121 h 283"/>
                <a:gd name="T6" fmla="*/ 113 w 227"/>
                <a:gd name="T7" fmla="*/ 0 h 283"/>
                <a:gd name="T8" fmla="*/ 0 w 227"/>
                <a:gd name="T9" fmla="*/ 121 h 283"/>
                <a:gd name="T10" fmla="*/ 0 w 227"/>
                <a:gd name="T11" fmla="*/ 161 h 283"/>
                <a:gd name="T12" fmla="*/ 113 w 227"/>
                <a:gd name="T13" fmla="*/ 282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7" h="283">
                  <a:moveTo>
                    <a:pt x="113" y="282"/>
                  </a:moveTo>
                  <a:cubicBezTo>
                    <a:pt x="181" y="282"/>
                    <a:pt x="226" y="228"/>
                    <a:pt x="226" y="161"/>
                  </a:cubicBezTo>
                  <a:lnTo>
                    <a:pt x="226" y="121"/>
                  </a:lnTo>
                  <a:cubicBezTo>
                    <a:pt x="226" y="54"/>
                    <a:pt x="181" y="0"/>
                    <a:pt x="113" y="0"/>
                  </a:cubicBezTo>
                  <a:cubicBezTo>
                    <a:pt x="45" y="0"/>
                    <a:pt x="0" y="54"/>
                    <a:pt x="0" y="121"/>
                  </a:cubicBezTo>
                  <a:lnTo>
                    <a:pt x="0" y="161"/>
                  </a:lnTo>
                  <a:cubicBezTo>
                    <a:pt x="0" y="228"/>
                    <a:pt x="45" y="282"/>
                    <a:pt x="113" y="282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" name="Freeform 155">
              <a:extLst>
                <a:ext uri="{FF2B5EF4-FFF2-40B4-BE49-F238E27FC236}">
                  <a16:creationId xmlns:a16="http://schemas.microsoft.com/office/drawing/2014/main" id="{BF2E785F-B923-6437-1D2E-D8AF2DFA7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2455" y="1634748"/>
              <a:ext cx="664432" cy="388300"/>
            </a:xfrm>
            <a:custGeom>
              <a:avLst/>
              <a:gdLst>
                <a:gd name="T0" fmla="*/ 28 w 339"/>
                <a:gd name="T1" fmla="*/ 197 h 198"/>
                <a:gd name="T2" fmla="*/ 0 w 339"/>
                <a:gd name="T3" fmla="*/ 169 h 198"/>
                <a:gd name="T4" fmla="*/ 0 w 339"/>
                <a:gd name="T5" fmla="*/ 84 h 198"/>
                <a:gd name="T6" fmla="*/ 169 w 339"/>
                <a:gd name="T7" fmla="*/ 0 h 198"/>
                <a:gd name="T8" fmla="*/ 169 w 339"/>
                <a:gd name="T9" fmla="*/ 0 h 198"/>
                <a:gd name="T10" fmla="*/ 338 w 339"/>
                <a:gd name="T11" fmla="*/ 84 h 198"/>
                <a:gd name="T12" fmla="*/ 338 w 339"/>
                <a:gd name="T13" fmla="*/ 169 h 198"/>
                <a:gd name="T14" fmla="*/ 310 w 339"/>
                <a:gd name="T15" fmla="*/ 197 h 198"/>
                <a:gd name="T16" fmla="*/ 28 w 339"/>
                <a:gd name="T17" fmla="*/ 197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9" h="198">
                  <a:moveTo>
                    <a:pt x="28" y="197"/>
                  </a:moveTo>
                  <a:cubicBezTo>
                    <a:pt x="12" y="197"/>
                    <a:pt x="0" y="185"/>
                    <a:pt x="0" y="169"/>
                  </a:cubicBezTo>
                  <a:lnTo>
                    <a:pt x="0" y="84"/>
                  </a:lnTo>
                  <a:cubicBezTo>
                    <a:pt x="0" y="52"/>
                    <a:pt x="93" y="0"/>
                    <a:pt x="169" y="0"/>
                  </a:cubicBezTo>
                  <a:lnTo>
                    <a:pt x="169" y="0"/>
                  </a:lnTo>
                  <a:cubicBezTo>
                    <a:pt x="245" y="0"/>
                    <a:pt x="338" y="52"/>
                    <a:pt x="338" y="84"/>
                  </a:cubicBezTo>
                  <a:lnTo>
                    <a:pt x="338" y="169"/>
                  </a:lnTo>
                  <a:cubicBezTo>
                    <a:pt x="338" y="185"/>
                    <a:pt x="326" y="197"/>
                    <a:pt x="310" y="197"/>
                  </a:cubicBezTo>
                  <a:lnTo>
                    <a:pt x="28" y="197"/>
                  </a:lnTo>
                </a:path>
              </a:pathLst>
            </a:custGeom>
            <a:noFill/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" name="Freeform 156">
              <a:extLst>
                <a:ext uri="{FF2B5EF4-FFF2-40B4-BE49-F238E27FC236}">
                  <a16:creationId xmlns:a16="http://schemas.microsoft.com/office/drawing/2014/main" id="{C40ED2B5-3D17-B349-32AD-7C0C45D86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002" y="1082496"/>
              <a:ext cx="440079" cy="552252"/>
            </a:xfrm>
            <a:custGeom>
              <a:avLst/>
              <a:gdLst>
                <a:gd name="T0" fmla="*/ 113 w 227"/>
                <a:gd name="T1" fmla="*/ 282 h 283"/>
                <a:gd name="T2" fmla="*/ 226 w 227"/>
                <a:gd name="T3" fmla="*/ 161 h 283"/>
                <a:gd name="T4" fmla="*/ 226 w 227"/>
                <a:gd name="T5" fmla="*/ 121 h 283"/>
                <a:gd name="T6" fmla="*/ 113 w 227"/>
                <a:gd name="T7" fmla="*/ 0 h 283"/>
                <a:gd name="T8" fmla="*/ 0 w 227"/>
                <a:gd name="T9" fmla="*/ 121 h 283"/>
                <a:gd name="T10" fmla="*/ 0 w 227"/>
                <a:gd name="T11" fmla="*/ 161 h 283"/>
                <a:gd name="T12" fmla="*/ 113 w 227"/>
                <a:gd name="T13" fmla="*/ 282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7" h="283">
                  <a:moveTo>
                    <a:pt x="113" y="282"/>
                  </a:moveTo>
                  <a:cubicBezTo>
                    <a:pt x="181" y="282"/>
                    <a:pt x="226" y="228"/>
                    <a:pt x="226" y="161"/>
                  </a:cubicBezTo>
                  <a:lnTo>
                    <a:pt x="226" y="121"/>
                  </a:lnTo>
                  <a:cubicBezTo>
                    <a:pt x="226" y="54"/>
                    <a:pt x="181" y="0"/>
                    <a:pt x="113" y="0"/>
                  </a:cubicBezTo>
                  <a:cubicBezTo>
                    <a:pt x="45" y="0"/>
                    <a:pt x="0" y="54"/>
                    <a:pt x="0" y="121"/>
                  </a:cubicBezTo>
                  <a:lnTo>
                    <a:pt x="0" y="161"/>
                  </a:lnTo>
                  <a:cubicBezTo>
                    <a:pt x="0" y="228"/>
                    <a:pt x="45" y="282"/>
                    <a:pt x="113" y="282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18" name="Grouper 57">
              <a:extLst>
                <a:ext uri="{FF2B5EF4-FFF2-40B4-BE49-F238E27FC236}">
                  <a16:creationId xmlns:a16="http://schemas.microsoft.com/office/drawing/2014/main" id="{FD321092-527C-DC7F-5324-5273F1FDE236}"/>
                </a:ext>
              </a:extLst>
            </p:cNvPr>
            <p:cNvGrpSpPr/>
            <p:nvPr/>
          </p:nvGrpSpPr>
          <p:grpSpPr>
            <a:xfrm>
              <a:off x="5342628" y="720423"/>
              <a:ext cx="532285" cy="425466"/>
              <a:chOff x="2188884" y="2100843"/>
              <a:chExt cx="466725" cy="373063"/>
            </a:xfrm>
          </p:grpSpPr>
          <p:sp>
            <p:nvSpPr>
              <p:cNvPr id="19" name="Freeform 34">
                <a:extLst>
                  <a:ext uri="{FF2B5EF4-FFF2-40B4-BE49-F238E27FC236}">
                    <a16:creationId xmlns:a16="http://schemas.microsoft.com/office/drawing/2014/main" id="{AB160751-F8A3-2A8C-E2E8-66BA57E5C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1597" y="2100843"/>
                <a:ext cx="354012" cy="322263"/>
              </a:xfrm>
              <a:custGeom>
                <a:avLst/>
                <a:gdLst>
                  <a:gd name="T0" fmla="*/ 490 w 985"/>
                  <a:gd name="T1" fmla="*/ 0 h 896"/>
                  <a:gd name="T2" fmla="*/ 984 w 985"/>
                  <a:gd name="T3" fmla="*/ 404 h 896"/>
                  <a:gd name="T4" fmla="*/ 866 w 985"/>
                  <a:gd name="T5" fmla="*/ 666 h 896"/>
                  <a:gd name="T6" fmla="*/ 908 w 985"/>
                  <a:gd name="T7" fmla="*/ 858 h 896"/>
                  <a:gd name="T8" fmla="*/ 882 w 985"/>
                  <a:gd name="T9" fmla="*/ 889 h 896"/>
                  <a:gd name="T10" fmla="*/ 662 w 985"/>
                  <a:gd name="T11" fmla="*/ 782 h 896"/>
                  <a:gd name="T12" fmla="*/ 493 w 985"/>
                  <a:gd name="T13" fmla="*/ 807 h 896"/>
                  <a:gd name="T14" fmla="*/ 0 w 985"/>
                  <a:gd name="T15" fmla="*/ 404 h 896"/>
                  <a:gd name="T16" fmla="*/ 490 w 985"/>
                  <a:gd name="T17" fmla="*/ 0 h 8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5" h="896">
                    <a:moveTo>
                      <a:pt x="490" y="0"/>
                    </a:moveTo>
                    <a:cubicBezTo>
                      <a:pt x="761" y="0"/>
                      <a:pt x="984" y="181"/>
                      <a:pt x="984" y="404"/>
                    </a:cubicBezTo>
                    <a:cubicBezTo>
                      <a:pt x="984" y="506"/>
                      <a:pt x="939" y="596"/>
                      <a:pt x="866" y="666"/>
                    </a:cubicBezTo>
                    <a:cubicBezTo>
                      <a:pt x="868" y="726"/>
                      <a:pt x="882" y="796"/>
                      <a:pt x="908" y="858"/>
                    </a:cubicBezTo>
                    <a:cubicBezTo>
                      <a:pt x="913" y="875"/>
                      <a:pt x="899" y="895"/>
                      <a:pt x="882" y="889"/>
                    </a:cubicBezTo>
                    <a:cubicBezTo>
                      <a:pt x="775" y="864"/>
                      <a:pt x="707" y="822"/>
                      <a:pt x="662" y="782"/>
                    </a:cubicBezTo>
                    <a:cubicBezTo>
                      <a:pt x="609" y="799"/>
                      <a:pt x="552" y="807"/>
                      <a:pt x="493" y="807"/>
                    </a:cubicBezTo>
                    <a:cubicBezTo>
                      <a:pt x="223" y="807"/>
                      <a:pt x="0" y="627"/>
                      <a:pt x="0" y="404"/>
                    </a:cubicBezTo>
                    <a:cubicBezTo>
                      <a:pt x="0" y="181"/>
                      <a:pt x="220" y="0"/>
                      <a:pt x="490" y="0"/>
                    </a:cubicBezTo>
                  </a:path>
                </a:pathLst>
              </a:custGeom>
              <a:noFill/>
              <a:ln w="38100" cap="flat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0" name="Freeform 35">
                <a:extLst>
                  <a:ext uri="{FF2B5EF4-FFF2-40B4-BE49-F238E27FC236}">
                    <a16:creationId xmlns:a16="http://schemas.microsoft.com/office/drawing/2014/main" id="{1B97ED54-763B-889A-0494-F0DA7F1A83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4934" y="2205618"/>
                <a:ext cx="147638" cy="155575"/>
              </a:xfrm>
              <a:custGeom>
                <a:avLst/>
                <a:gdLst>
                  <a:gd name="T0" fmla="*/ 394 w 412"/>
                  <a:gd name="T1" fmla="*/ 429 h 430"/>
                  <a:gd name="T2" fmla="*/ 411 w 412"/>
                  <a:gd name="T3" fmla="*/ 336 h 430"/>
                  <a:gd name="T4" fmla="*/ 0 w 412"/>
                  <a:gd name="T5" fmla="*/ 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2" h="430">
                    <a:moveTo>
                      <a:pt x="394" y="429"/>
                    </a:moveTo>
                    <a:cubicBezTo>
                      <a:pt x="405" y="398"/>
                      <a:pt x="411" y="367"/>
                      <a:pt x="411" y="336"/>
                    </a:cubicBezTo>
                    <a:cubicBezTo>
                      <a:pt x="411" y="152"/>
                      <a:pt x="229" y="0"/>
                      <a:pt x="0" y="0"/>
                    </a:cubicBezTo>
                  </a:path>
                </a:pathLst>
              </a:custGeom>
              <a:noFill/>
              <a:ln w="38100" cap="flat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1" name="Freeform 36">
                <a:extLst>
                  <a:ext uri="{FF2B5EF4-FFF2-40B4-BE49-F238E27FC236}">
                    <a16:creationId xmlns:a16="http://schemas.microsoft.com/office/drawing/2014/main" id="{A70E6E97-00B3-FEBB-9CD0-D22BA02FDA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884" y="2215143"/>
                <a:ext cx="244475" cy="258763"/>
              </a:xfrm>
              <a:custGeom>
                <a:avLst/>
                <a:gdLst>
                  <a:gd name="T0" fmla="*/ 254 w 677"/>
                  <a:gd name="T1" fmla="*/ 0 h 718"/>
                  <a:gd name="T2" fmla="*/ 0 w 677"/>
                  <a:gd name="T3" fmla="*/ 311 h 718"/>
                  <a:gd name="T4" fmla="*/ 99 w 677"/>
                  <a:gd name="T5" fmla="*/ 528 h 718"/>
                  <a:gd name="T6" fmla="*/ 65 w 677"/>
                  <a:gd name="T7" fmla="*/ 689 h 718"/>
                  <a:gd name="T8" fmla="*/ 87 w 677"/>
                  <a:gd name="T9" fmla="*/ 714 h 718"/>
                  <a:gd name="T10" fmla="*/ 271 w 677"/>
                  <a:gd name="T11" fmla="*/ 624 h 718"/>
                  <a:gd name="T12" fmla="*/ 412 w 677"/>
                  <a:gd name="T13" fmla="*/ 644 h 718"/>
                  <a:gd name="T14" fmla="*/ 676 w 677"/>
                  <a:gd name="T15" fmla="*/ 565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7" h="718">
                    <a:moveTo>
                      <a:pt x="254" y="0"/>
                    </a:moveTo>
                    <a:cubicBezTo>
                      <a:pt x="104" y="51"/>
                      <a:pt x="0" y="170"/>
                      <a:pt x="0" y="311"/>
                    </a:cubicBezTo>
                    <a:cubicBezTo>
                      <a:pt x="0" y="396"/>
                      <a:pt x="37" y="472"/>
                      <a:pt x="99" y="528"/>
                    </a:cubicBezTo>
                    <a:cubicBezTo>
                      <a:pt x="96" y="579"/>
                      <a:pt x="85" y="635"/>
                      <a:pt x="65" y="689"/>
                    </a:cubicBezTo>
                    <a:cubicBezTo>
                      <a:pt x="59" y="703"/>
                      <a:pt x="71" y="717"/>
                      <a:pt x="87" y="714"/>
                    </a:cubicBezTo>
                    <a:cubicBezTo>
                      <a:pt x="175" y="692"/>
                      <a:pt x="234" y="658"/>
                      <a:pt x="271" y="624"/>
                    </a:cubicBezTo>
                    <a:cubicBezTo>
                      <a:pt x="316" y="638"/>
                      <a:pt x="361" y="644"/>
                      <a:pt x="412" y="644"/>
                    </a:cubicBezTo>
                    <a:cubicBezTo>
                      <a:pt x="514" y="644"/>
                      <a:pt x="607" y="613"/>
                      <a:pt x="676" y="565"/>
                    </a:cubicBezTo>
                  </a:path>
                </a:pathLst>
              </a:custGeom>
              <a:noFill/>
              <a:ln w="38100" cap="flat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F22EFFC-AB04-AAC2-52B0-77FA1CAC81A5}"/>
                </a:ext>
              </a:extLst>
            </p:cNvPr>
            <p:cNvSpPr/>
            <p:nvPr/>
          </p:nvSpPr>
          <p:spPr>
            <a:xfrm>
              <a:off x="6841648" y="1755922"/>
              <a:ext cx="470954" cy="3182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B6A9E842-A853-FA39-689A-A44EE7BFC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4096" y="1747770"/>
              <a:ext cx="501835" cy="404872"/>
            </a:xfrm>
            <a:custGeom>
              <a:avLst/>
              <a:gdLst>
                <a:gd name="T0" fmla="*/ 84 w 1299"/>
                <a:gd name="T1" fmla="*/ 1044 h 1048"/>
                <a:gd name="T2" fmla="*/ 1298 w 1299"/>
                <a:gd name="T3" fmla="*/ 1044 h 1048"/>
                <a:gd name="T4" fmla="*/ 1298 w 1299"/>
                <a:gd name="T5" fmla="*/ 282 h 1048"/>
                <a:gd name="T6" fmla="*/ 1241 w 1299"/>
                <a:gd name="T7" fmla="*/ 226 h 1048"/>
                <a:gd name="T8" fmla="*/ 225 w 1299"/>
                <a:gd name="T9" fmla="*/ 226 h 1048"/>
                <a:gd name="T10" fmla="*/ 169 w 1299"/>
                <a:gd name="T11" fmla="*/ 282 h 1048"/>
                <a:gd name="T12" fmla="*/ 169 w 1299"/>
                <a:gd name="T13" fmla="*/ 954 h 1048"/>
                <a:gd name="T14" fmla="*/ 90 w 1299"/>
                <a:gd name="T15" fmla="*/ 1044 h 1048"/>
                <a:gd name="T16" fmla="*/ 0 w 1299"/>
                <a:gd name="T17" fmla="*/ 960 h 1048"/>
                <a:gd name="T18" fmla="*/ 0 w 1299"/>
                <a:gd name="T19" fmla="*/ 56 h 1048"/>
                <a:gd name="T20" fmla="*/ 56 w 1299"/>
                <a:gd name="T21" fmla="*/ 0 h 1048"/>
                <a:gd name="T22" fmla="*/ 423 w 1299"/>
                <a:gd name="T23" fmla="*/ 0 h 1048"/>
                <a:gd name="T24" fmla="*/ 507 w 1299"/>
                <a:gd name="T25" fmla="*/ 85 h 1048"/>
                <a:gd name="T26" fmla="*/ 1156 w 1299"/>
                <a:gd name="T27" fmla="*/ 85 h 1048"/>
                <a:gd name="T28" fmla="*/ 1156 w 1299"/>
                <a:gd name="T29" fmla="*/ 169 h 1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99" h="1048">
                  <a:moveTo>
                    <a:pt x="84" y="1044"/>
                  </a:moveTo>
                  <a:lnTo>
                    <a:pt x="1298" y="1044"/>
                  </a:lnTo>
                  <a:lnTo>
                    <a:pt x="1298" y="282"/>
                  </a:lnTo>
                  <a:cubicBezTo>
                    <a:pt x="1298" y="251"/>
                    <a:pt x="1272" y="226"/>
                    <a:pt x="1241" y="226"/>
                  </a:cubicBezTo>
                  <a:lnTo>
                    <a:pt x="225" y="226"/>
                  </a:lnTo>
                  <a:cubicBezTo>
                    <a:pt x="194" y="226"/>
                    <a:pt x="169" y="251"/>
                    <a:pt x="169" y="282"/>
                  </a:cubicBezTo>
                  <a:lnTo>
                    <a:pt x="169" y="954"/>
                  </a:lnTo>
                  <a:cubicBezTo>
                    <a:pt x="169" y="999"/>
                    <a:pt x="135" y="1041"/>
                    <a:pt x="90" y="1044"/>
                  </a:cubicBezTo>
                  <a:cubicBezTo>
                    <a:pt x="42" y="1047"/>
                    <a:pt x="0" y="1008"/>
                    <a:pt x="0" y="960"/>
                  </a:cubicBezTo>
                  <a:lnTo>
                    <a:pt x="0" y="56"/>
                  </a:lnTo>
                  <a:cubicBezTo>
                    <a:pt x="0" y="25"/>
                    <a:pt x="25" y="0"/>
                    <a:pt x="56" y="0"/>
                  </a:cubicBezTo>
                  <a:lnTo>
                    <a:pt x="423" y="0"/>
                  </a:lnTo>
                  <a:lnTo>
                    <a:pt x="507" y="85"/>
                  </a:lnTo>
                  <a:lnTo>
                    <a:pt x="1156" y="85"/>
                  </a:lnTo>
                  <a:lnTo>
                    <a:pt x="1156" y="169"/>
                  </a:lnTo>
                </a:path>
              </a:pathLst>
            </a:custGeom>
            <a:noFill/>
            <a:ln w="38100" cap="flat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E51EC8D-DF4E-0B83-B8F5-BF7F519B5E3C}"/>
                </a:ext>
              </a:extLst>
            </p:cNvPr>
            <p:cNvSpPr/>
            <p:nvPr/>
          </p:nvSpPr>
          <p:spPr>
            <a:xfrm>
              <a:off x="5527215" y="1679844"/>
              <a:ext cx="430163" cy="3524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1FC9580B-E737-7AA2-4DE7-547E2D9683FD}"/>
                </a:ext>
              </a:extLst>
            </p:cNvPr>
            <p:cNvGrpSpPr/>
            <p:nvPr/>
          </p:nvGrpSpPr>
          <p:grpSpPr>
            <a:xfrm>
              <a:off x="5510037" y="1670591"/>
              <a:ext cx="520537" cy="494786"/>
              <a:chOff x="4730750" y="3587750"/>
              <a:chExt cx="449263" cy="427038"/>
            </a:xfrm>
          </p:grpSpPr>
          <p:sp>
            <p:nvSpPr>
              <p:cNvPr id="32" name="Line 121">
                <a:extLst>
                  <a:ext uri="{FF2B5EF4-FFF2-40B4-BE49-F238E27FC236}">
                    <a16:creationId xmlns:a16="http://schemas.microsoft.com/office/drawing/2014/main" id="{CB0EEBA8-37D6-46D3-3108-9952A6C317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32350" y="3668713"/>
                <a:ext cx="80963" cy="80962"/>
              </a:xfrm>
              <a:prstGeom prst="line">
                <a:avLst/>
              </a:prstGeom>
              <a:noFill/>
              <a:ln w="38100" cap="flat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3" name="Line 122">
                <a:extLst>
                  <a:ext uri="{FF2B5EF4-FFF2-40B4-BE49-F238E27FC236}">
                    <a16:creationId xmlns:a16="http://schemas.microsoft.com/office/drawing/2014/main" id="{7D2ED226-019B-D486-431B-D5FE3D9AE5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32350" y="3667125"/>
                <a:ext cx="80963" cy="84138"/>
              </a:xfrm>
              <a:prstGeom prst="line">
                <a:avLst/>
              </a:prstGeom>
              <a:noFill/>
              <a:ln w="38100" cap="flat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4" name="Freeform 123">
                <a:extLst>
                  <a:ext uri="{FF2B5EF4-FFF2-40B4-BE49-F238E27FC236}">
                    <a16:creationId xmlns:a16="http://schemas.microsoft.com/office/drawing/2014/main" id="{E82E7DED-9B65-CE5C-FC40-C09CBB3F74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5700" y="3821113"/>
                <a:ext cx="80963" cy="80962"/>
              </a:xfrm>
              <a:custGeom>
                <a:avLst/>
                <a:gdLst>
                  <a:gd name="T0" fmla="*/ 226 w 227"/>
                  <a:gd name="T1" fmla="*/ 113 h 227"/>
                  <a:gd name="T2" fmla="*/ 211 w 227"/>
                  <a:gd name="T3" fmla="*/ 169 h 227"/>
                  <a:gd name="T4" fmla="*/ 169 w 227"/>
                  <a:gd name="T5" fmla="*/ 210 h 227"/>
                  <a:gd name="T6" fmla="*/ 113 w 227"/>
                  <a:gd name="T7" fmla="*/ 226 h 227"/>
                  <a:gd name="T8" fmla="*/ 56 w 227"/>
                  <a:gd name="T9" fmla="*/ 210 h 227"/>
                  <a:gd name="T10" fmla="*/ 15 w 227"/>
                  <a:gd name="T11" fmla="*/ 169 h 227"/>
                  <a:gd name="T12" fmla="*/ 0 w 227"/>
                  <a:gd name="T13" fmla="*/ 113 h 227"/>
                  <a:gd name="T14" fmla="*/ 15 w 227"/>
                  <a:gd name="T15" fmla="*/ 56 h 227"/>
                  <a:gd name="T16" fmla="*/ 56 w 227"/>
                  <a:gd name="T17" fmla="*/ 15 h 227"/>
                  <a:gd name="T18" fmla="*/ 113 w 227"/>
                  <a:gd name="T19" fmla="*/ 0 h 227"/>
                  <a:gd name="T20" fmla="*/ 169 w 227"/>
                  <a:gd name="T21" fmla="*/ 15 h 227"/>
                  <a:gd name="T22" fmla="*/ 211 w 227"/>
                  <a:gd name="T23" fmla="*/ 56 h 227"/>
                  <a:gd name="T24" fmla="*/ 226 w 227"/>
                  <a:gd name="T25" fmla="*/ 113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7" h="227">
                    <a:moveTo>
                      <a:pt x="226" y="113"/>
                    </a:moveTo>
                    <a:cubicBezTo>
                      <a:pt x="226" y="133"/>
                      <a:pt x="222" y="151"/>
                      <a:pt x="211" y="169"/>
                    </a:cubicBezTo>
                    <a:cubicBezTo>
                      <a:pt x="201" y="187"/>
                      <a:pt x="187" y="200"/>
                      <a:pt x="169" y="210"/>
                    </a:cubicBezTo>
                    <a:cubicBezTo>
                      <a:pt x="151" y="221"/>
                      <a:pt x="134" y="226"/>
                      <a:pt x="113" y="226"/>
                    </a:cubicBezTo>
                    <a:cubicBezTo>
                      <a:pt x="92" y="226"/>
                      <a:pt x="74" y="221"/>
                      <a:pt x="56" y="210"/>
                    </a:cubicBezTo>
                    <a:cubicBezTo>
                      <a:pt x="38" y="200"/>
                      <a:pt x="25" y="187"/>
                      <a:pt x="15" y="169"/>
                    </a:cubicBezTo>
                    <a:cubicBezTo>
                      <a:pt x="5" y="151"/>
                      <a:pt x="0" y="134"/>
                      <a:pt x="0" y="113"/>
                    </a:cubicBezTo>
                    <a:cubicBezTo>
                      <a:pt x="0" y="93"/>
                      <a:pt x="5" y="74"/>
                      <a:pt x="15" y="56"/>
                    </a:cubicBezTo>
                    <a:cubicBezTo>
                      <a:pt x="25" y="38"/>
                      <a:pt x="38" y="25"/>
                      <a:pt x="56" y="15"/>
                    </a:cubicBezTo>
                    <a:cubicBezTo>
                      <a:pt x="74" y="5"/>
                      <a:pt x="92" y="0"/>
                      <a:pt x="113" y="0"/>
                    </a:cubicBezTo>
                    <a:cubicBezTo>
                      <a:pt x="134" y="0"/>
                      <a:pt x="151" y="5"/>
                      <a:pt x="169" y="15"/>
                    </a:cubicBezTo>
                    <a:cubicBezTo>
                      <a:pt x="187" y="25"/>
                      <a:pt x="201" y="38"/>
                      <a:pt x="211" y="56"/>
                    </a:cubicBezTo>
                    <a:cubicBezTo>
                      <a:pt x="222" y="74"/>
                      <a:pt x="226" y="92"/>
                      <a:pt x="226" y="113"/>
                    </a:cubicBezTo>
                  </a:path>
                </a:pathLst>
              </a:custGeom>
              <a:noFill/>
              <a:ln w="38100" cap="flat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5" name="Freeform 124">
                <a:extLst>
                  <a:ext uri="{FF2B5EF4-FFF2-40B4-BE49-F238E27FC236}">
                    <a16:creationId xmlns:a16="http://schemas.microsoft.com/office/drawing/2014/main" id="{A1328A3A-0C9A-4071-656F-24E550A20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73625" y="3668713"/>
                <a:ext cx="131763" cy="244475"/>
              </a:xfrm>
              <a:custGeom>
                <a:avLst/>
                <a:gdLst>
                  <a:gd name="T0" fmla="*/ 0 w 368"/>
                  <a:gd name="T1" fmla="*/ 678 h 679"/>
                  <a:gd name="T2" fmla="*/ 0 w 368"/>
                  <a:gd name="T3" fmla="*/ 532 h 679"/>
                  <a:gd name="T4" fmla="*/ 98 w 368"/>
                  <a:gd name="T5" fmla="*/ 378 h 679"/>
                  <a:gd name="T6" fmla="*/ 269 w 368"/>
                  <a:gd name="T7" fmla="*/ 300 h 679"/>
                  <a:gd name="T8" fmla="*/ 367 w 368"/>
                  <a:gd name="T9" fmla="*/ 146 h 679"/>
                  <a:gd name="T10" fmla="*/ 367 w 368"/>
                  <a:gd name="T11" fmla="*/ 0 h 6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8" h="679">
                    <a:moveTo>
                      <a:pt x="0" y="678"/>
                    </a:moveTo>
                    <a:lnTo>
                      <a:pt x="0" y="532"/>
                    </a:lnTo>
                    <a:cubicBezTo>
                      <a:pt x="0" y="466"/>
                      <a:pt x="38" y="406"/>
                      <a:pt x="98" y="378"/>
                    </a:cubicBezTo>
                    <a:lnTo>
                      <a:pt x="269" y="300"/>
                    </a:lnTo>
                    <a:cubicBezTo>
                      <a:pt x="328" y="272"/>
                      <a:pt x="367" y="212"/>
                      <a:pt x="367" y="146"/>
                    </a:cubicBezTo>
                    <a:lnTo>
                      <a:pt x="367" y="0"/>
                    </a:lnTo>
                  </a:path>
                </a:pathLst>
              </a:custGeom>
              <a:noFill/>
              <a:ln w="38100" cap="flat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6" name="Freeform 125">
                <a:extLst>
                  <a:ext uri="{FF2B5EF4-FFF2-40B4-BE49-F238E27FC236}">
                    <a16:creationId xmlns:a16="http://schemas.microsoft.com/office/drawing/2014/main" id="{D292873C-D57D-4C96-DDB9-BE3DA8506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5700" y="3668713"/>
                <a:ext cx="80963" cy="41275"/>
              </a:xfrm>
              <a:custGeom>
                <a:avLst/>
                <a:gdLst>
                  <a:gd name="T0" fmla="*/ 226 w 227"/>
                  <a:gd name="T1" fmla="*/ 113 h 114"/>
                  <a:gd name="T2" fmla="*/ 113 w 227"/>
                  <a:gd name="T3" fmla="*/ 0 h 114"/>
                  <a:gd name="T4" fmla="*/ 0 w 227"/>
                  <a:gd name="T5" fmla="*/ 11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" h="114">
                    <a:moveTo>
                      <a:pt x="226" y="113"/>
                    </a:moveTo>
                    <a:lnTo>
                      <a:pt x="113" y="0"/>
                    </a:lnTo>
                    <a:lnTo>
                      <a:pt x="0" y="113"/>
                    </a:lnTo>
                  </a:path>
                </a:pathLst>
              </a:custGeom>
              <a:noFill/>
              <a:ln w="38100" cap="flat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7" name="Freeform 126">
                <a:extLst>
                  <a:ext uri="{FF2B5EF4-FFF2-40B4-BE49-F238E27FC236}">
                    <a16:creationId xmlns:a16="http://schemas.microsoft.com/office/drawing/2014/main" id="{EF913A39-BF96-4E00-D192-08B783A15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8100" y="3587750"/>
                <a:ext cx="61913" cy="50800"/>
              </a:xfrm>
              <a:custGeom>
                <a:avLst/>
                <a:gdLst>
                  <a:gd name="T0" fmla="*/ 0 w 171"/>
                  <a:gd name="T1" fmla="*/ 141 h 142"/>
                  <a:gd name="T2" fmla="*/ 170 w 171"/>
                  <a:gd name="T3" fmla="*/ 141 h 142"/>
                  <a:gd name="T4" fmla="*/ 170 w 171"/>
                  <a:gd name="T5" fmla="*/ 113 h 142"/>
                  <a:gd name="T6" fmla="*/ 57 w 171"/>
                  <a:gd name="T7" fmla="*/ 0 h 142"/>
                  <a:gd name="T8" fmla="*/ 57 w 171"/>
                  <a:gd name="T9" fmla="*/ 0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1" h="142">
                    <a:moveTo>
                      <a:pt x="0" y="141"/>
                    </a:moveTo>
                    <a:lnTo>
                      <a:pt x="170" y="141"/>
                    </a:lnTo>
                    <a:lnTo>
                      <a:pt x="170" y="113"/>
                    </a:lnTo>
                    <a:cubicBezTo>
                      <a:pt x="170" y="50"/>
                      <a:pt x="119" y="0"/>
                      <a:pt x="57" y="0"/>
                    </a:cubicBezTo>
                    <a:lnTo>
                      <a:pt x="57" y="0"/>
                    </a:lnTo>
                  </a:path>
                </a:pathLst>
              </a:custGeom>
              <a:noFill/>
              <a:ln w="38100" cap="flat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8" name="Freeform 127">
                <a:extLst>
                  <a:ext uri="{FF2B5EF4-FFF2-40B4-BE49-F238E27FC236}">
                    <a16:creationId xmlns:a16="http://schemas.microsoft.com/office/drawing/2014/main" id="{24020A22-580C-631A-945E-E12B31EB95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0750" y="3963988"/>
                <a:ext cx="325438" cy="50800"/>
              </a:xfrm>
              <a:custGeom>
                <a:avLst/>
                <a:gdLst>
                  <a:gd name="T0" fmla="*/ 790 w 904"/>
                  <a:gd name="T1" fmla="*/ 0 h 142"/>
                  <a:gd name="T2" fmla="*/ 0 w 904"/>
                  <a:gd name="T3" fmla="*/ 0 h 142"/>
                  <a:gd name="T4" fmla="*/ 141 w 904"/>
                  <a:gd name="T5" fmla="*/ 141 h 142"/>
                  <a:gd name="T6" fmla="*/ 903 w 904"/>
                  <a:gd name="T7" fmla="*/ 141 h 142"/>
                  <a:gd name="T8" fmla="*/ 790 w 904"/>
                  <a:gd name="T9" fmla="*/ 0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04" h="142">
                    <a:moveTo>
                      <a:pt x="790" y="0"/>
                    </a:moveTo>
                    <a:lnTo>
                      <a:pt x="0" y="0"/>
                    </a:lnTo>
                    <a:cubicBezTo>
                      <a:pt x="19" y="70"/>
                      <a:pt x="85" y="141"/>
                      <a:pt x="141" y="141"/>
                    </a:cubicBezTo>
                    <a:lnTo>
                      <a:pt x="903" y="141"/>
                    </a:lnTo>
                    <a:cubicBezTo>
                      <a:pt x="846" y="141"/>
                      <a:pt x="804" y="70"/>
                      <a:pt x="790" y="0"/>
                    </a:cubicBezTo>
                  </a:path>
                </a:pathLst>
              </a:custGeom>
              <a:noFill/>
              <a:ln w="38100" cap="flat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9" name="Freeform 128">
                <a:extLst>
                  <a:ext uri="{FF2B5EF4-FFF2-40B4-BE49-F238E27FC236}">
                    <a16:creationId xmlns:a16="http://schemas.microsoft.com/office/drawing/2014/main" id="{35A1AFA7-36F0-3813-E857-D7790CFE0F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2663" y="3587750"/>
                <a:ext cx="346075" cy="427038"/>
              </a:xfrm>
              <a:custGeom>
                <a:avLst/>
                <a:gdLst>
                  <a:gd name="T0" fmla="*/ 0 w 961"/>
                  <a:gd name="T1" fmla="*/ 1044 h 1186"/>
                  <a:gd name="T2" fmla="*/ 0 w 961"/>
                  <a:gd name="T3" fmla="*/ 113 h 1186"/>
                  <a:gd name="T4" fmla="*/ 113 w 961"/>
                  <a:gd name="T5" fmla="*/ 0 h 1186"/>
                  <a:gd name="T6" fmla="*/ 960 w 961"/>
                  <a:gd name="T7" fmla="*/ 0 h 1186"/>
                  <a:gd name="T8" fmla="*/ 960 w 961"/>
                  <a:gd name="T9" fmla="*/ 0 h 1186"/>
                  <a:gd name="T10" fmla="*/ 847 w 961"/>
                  <a:gd name="T11" fmla="*/ 116 h 1186"/>
                  <a:gd name="T12" fmla="*/ 847 w 961"/>
                  <a:gd name="T13" fmla="*/ 1072 h 1186"/>
                  <a:gd name="T14" fmla="*/ 734 w 961"/>
                  <a:gd name="T15" fmla="*/ 1185 h 1186"/>
                  <a:gd name="T16" fmla="*/ 706 w 961"/>
                  <a:gd name="T17" fmla="*/ 1185 h 1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61" h="1186">
                    <a:moveTo>
                      <a:pt x="0" y="1044"/>
                    </a:moveTo>
                    <a:lnTo>
                      <a:pt x="0" y="113"/>
                    </a:lnTo>
                    <a:cubicBezTo>
                      <a:pt x="0" y="50"/>
                      <a:pt x="51" y="0"/>
                      <a:pt x="113" y="0"/>
                    </a:cubicBezTo>
                    <a:lnTo>
                      <a:pt x="960" y="0"/>
                    </a:lnTo>
                    <a:lnTo>
                      <a:pt x="960" y="0"/>
                    </a:lnTo>
                    <a:cubicBezTo>
                      <a:pt x="892" y="0"/>
                      <a:pt x="847" y="48"/>
                      <a:pt x="847" y="116"/>
                    </a:cubicBezTo>
                    <a:lnTo>
                      <a:pt x="847" y="1072"/>
                    </a:lnTo>
                    <a:cubicBezTo>
                      <a:pt x="847" y="1140"/>
                      <a:pt x="801" y="1185"/>
                      <a:pt x="734" y="1185"/>
                    </a:cubicBezTo>
                    <a:lnTo>
                      <a:pt x="706" y="1185"/>
                    </a:lnTo>
                  </a:path>
                </a:pathLst>
              </a:custGeom>
              <a:noFill/>
              <a:ln w="38100" cap="flat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8951641A-B141-B92C-B02F-1DB5E521286D}"/>
                </a:ext>
              </a:extLst>
            </p:cNvPr>
            <p:cNvSpPr/>
            <p:nvPr/>
          </p:nvSpPr>
          <p:spPr>
            <a:xfrm>
              <a:off x="4441600" y="1747770"/>
              <a:ext cx="579980" cy="65507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3" name="Grouper 253">
              <a:extLst>
                <a:ext uri="{FF2B5EF4-FFF2-40B4-BE49-F238E27FC236}">
                  <a16:creationId xmlns:a16="http://schemas.microsoft.com/office/drawing/2014/main" id="{980074A9-76CF-AE25-2EB9-78A6192F6D4B}"/>
                </a:ext>
              </a:extLst>
            </p:cNvPr>
            <p:cNvGrpSpPr/>
            <p:nvPr/>
          </p:nvGrpSpPr>
          <p:grpSpPr>
            <a:xfrm>
              <a:off x="4451928" y="1494799"/>
              <a:ext cx="540769" cy="540769"/>
              <a:chOff x="5797550" y="2862263"/>
              <a:chExt cx="466725" cy="466725"/>
            </a:xfrm>
          </p:grpSpPr>
          <p:sp>
            <p:nvSpPr>
              <p:cNvPr id="24" name="Freeform 66">
                <a:extLst>
                  <a:ext uri="{FF2B5EF4-FFF2-40B4-BE49-F238E27FC236}">
                    <a16:creationId xmlns:a16="http://schemas.microsoft.com/office/drawing/2014/main" id="{41EDCE20-905D-1927-25A9-FD565A769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27713" y="3197225"/>
                <a:ext cx="182562" cy="131763"/>
              </a:xfrm>
              <a:custGeom>
                <a:avLst/>
                <a:gdLst>
                  <a:gd name="T0" fmla="*/ 84 w 509"/>
                  <a:gd name="T1" fmla="*/ 367 h 368"/>
                  <a:gd name="T2" fmla="*/ 84 w 509"/>
                  <a:gd name="T3" fmla="*/ 296 h 368"/>
                  <a:gd name="T4" fmla="*/ 127 w 509"/>
                  <a:gd name="T5" fmla="*/ 254 h 368"/>
                  <a:gd name="T6" fmla="*/ 338 w 509"/>
                  <a:gd name="T7" fmla="*/ 254 h 368"/>
                  <a:gd name="T8" fmla="*/ 395 w 509"/>
                  <a:gd name="T9" fmla="*/ 197 h 368"/>
                  <a:gd name="T10" fmla="*/ 395 w 509"/>
                  <a:gd name="T11" fmla="*/ 183 h 368"/>
                  <a:gd name="T12" fmla="*/ 437 w 509"/>
                  <a:gd name="T13" fmla="*/ 141 h 368"/>
                  <a:gd name="T14" fmla="*/ 451 w 509"/>
                  <a:gd name="T15" fmla="*/ 141 h 368"/>
                  <a:gd name="T16" fmla="*/ 451 w 509"/>
                  <a:gd name="T17" fmla="*/ 141 h 368"/>
                  <a:gd name="T18" fmla="*/ 508 w 509"/>
                  <a:gd name="T19" fmla="*/ 85 h 368"/>
                  <a:gd name="T20" fmla="*/ 508 w 509"/>
                  <a:gd name="T21" fmla="*/ 56 h 368"/>
                  <a:gd name="T22" fmla="*/ 451 w 509"/>
                  <a:gd name="T23" fmla="*/ 0 h 368"/>
                  <a:gd name="T24" fmla="*/ 282 w 509"/>
                  <a:gd name="T25" fmla="*/ 0 h 368"/>
                  <a:gd name="T26" fmla="*/ 240 w 509"/>
                  <a:gd name="T27" fmla="*/ 42 h 368"/>
                  <a:gd name="T28" fmla="*/ 240 w 509"/>
                  <a:gd name="T29" fmla="*/ 42 h 368"/>
                  <a:gd name="T30" fmla="*/ 197 w 509"/>
                  <a:gd name="T31" fmla="*/ 85 h 368"/>
                  <a:gd name="T32" fmla="*/ 0 w 509"/>
                  <a:gd name="T33" fmla="*/ 85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09" h="368">
                    <a:moveTo>
                      <a:pt x="84" y="367"/>
                    </a:moveTo>
                    <a:lnTo>
                      <a:pt x="84" y="296"/>
                    </a:lnTo>
                    <a:cubicBezTo>
                      <a:pt x="84" y="274"/>
                      <a:pt x="104" y="254"/>
                      <a:pt x="127" y="254"/>
                    </a:cubicBezTo>
                    <a:lnTo>
                      <a:pt x="338" y="254"/>
                    </a:lnTo>
                    <a:cubicBezTo>
                      <a:pt x="369" y="254"/>
                      <a:pt x="395" y="228"/>
                      <a:pt x="395" y="197"/>
                    </a:cubicBezTo>
                    <a:lnTo>
                      <a:pt x="395" y="183"/>
                    </a:lnTo>
                    <a:cubicBezTo>
                      <a:pt x="395" y="161"/>
                      <a:pt x="415" y="141"/>
                      <a:pt x="437" y="141"/>
                    </a:cubicBezTo>
                    <a:lnTo>
                      <a:pt x="451" y="141"/>
                    </a:lnTo>
                    <a:lnTo>
                      <a:pt x="451" y="141"/>
                    </a:lnTo>
                    <a:cubicBezTo>
                      <a:pt x="482" y="141"/>
                      <a:pt x="508" y="116"/>
                      <a:pt x="508" y="85"/>
                    </a:cubicBezTo>
                    <a:lnTo>
                      <a:pt x="508" y="56"/>
                    </a:lnTo>
                    <a:cubicBezTo>
                      <a:pt x="508" y="25"/>
                      <a:pt x="482" y="0"/>
                      <a:pt x="451" y="0"/>
                    </a:cubicBezTo>
                    <a:lnTo>
                      <a:pt x="282" y="0"/>
                    </a:lnTo>
                    <a:cubicBezTo>
                      <a:pt x="259" y="0"/>
                      <a:pt x="240" y="20"/>
                      <a:pt x="240" y="42"/>
                    </a:cubicBezTo>
                    <a:lnTo>
                      <a:pt x="240" y="42"/>
                    </a:lnTo>
                    <a:cubicBezTo>
                      <a:pt x="240" y="65"/>
                      <a:pt x="220" y="85"/>
                      <a:pt x="197" y="85"/>
                    </a:cubicBezTo>
                    <a:lnTo>
                      <a:pt x="0" y="85"/>
                    </a:lnTo>
                  </a:path>
                </a:pathLst>
              </a:custGeom>
              <a:noFill/>
              <a:ln w="38100" cap="flat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" name="Freeform 67">
                <a:extLst>
                  <a:ext uri="{FF2B5EF4-FFF2-40B4-BE49-F238E27FC236}">
                    <a16:creationId xmlns:a16="http://schemas.microsoft.com/office/drawing/2014/main" id="{D1CE259C-4586-E30F-23F3-20AB6CD882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42025" y="3197225"/>
                <a:ext cx="173038" cy="131763"/>
              </a:xfrm>
              <a:custGeom>
                <a:avLst/>
                <a:gdLst>
                  <a:gd name="T0" fmla="*/ 0 w 481"/>
                  <a:gd name="T1" fmla="*/ 367 h 368"/>
                  <a:gd name="T2" fmla="*/ 0 w 481"/>
                  <a:gd name="T3" fmla="*/ 282 h 368"/>
                  <a:gd name="T4" fmla="*/ 57 w 481"/>
                  <a:gd name="T5" fmla="*/ 226 h 368"/>
                  <a:gd name="T6" fmla="*/ 254 w 481"/>
                  <a:gd name="T7" fmla="*/ 226 h 368"/>
                  <a:gd name="T8" fmla="*/ 311 w 481"/>
                  <a:gd name="T9" fmla="*/ 169 h 368"/>
                  <a:gd name="T10" fmla="*/ 311 w 481"/>
                  <a:gd name="T11" fmla="*/ 169 h 368"/>
                  <a:gd name="T12" fmla="*/ 254 w 481"/>
                  <a:gd name="T13" fmla="*/ 113 h 368"/>
                  <a:gd name="T14" fmla="*/ 226 w 481"/>
                  <a:gd name="T15" fmla="*/ 113 h 368"/>
                  <a:gd name="T16" fmla="*/ 170 w 481"/>
                  <a:gd name="T17" fmla="*/ 56 h 368"/>
                  <a:gd name="T18" fmla="*/ 170 w 481"/>
                  <a:gd name="T19" fmla="*/ 56 h 368"/>
                  <a:gd name="T20" fmla="*/ 226 w 481"/>
                  <a:gd name="T21" fmla="*/ 0 h 368"/>
                  <a:gd name="T22" fmla="*/ 480 w 481"/>
                  <a:gd name="T23" fmla="*/ 0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81" h="368">
                    <a:moveTo>
                      <a:pt x="0" y="367"/>
                    </a:moveTo>
                    <a:lnTo>
                      <a:pt x="0" y="282"/>
                    </a:lnTo>
                    <a:cubicBezTo>
                      <a:pt x="0" y="251"/>
                      <a:pt x="26" y="226"/>
                      <a:pt x="57" y="226"/>
                    </a:cubicBezTo>
                    <a:lnTo>
                      <a:pt x="254" y="226"/>
                    </a:lnTo>
                    <a:cubicBezTo>
                      <a:pt x="285" y="226"/>
                      <a:pt x="311" y="200"/>
                      <a:pt x="311" y="169"/>
                    </a:cubicBezTo>
                    <a:lnTo>
                      <a:pt x="311" y="169"/>
                    </a:lnTo>
                    <a:cubicBezTo>
                      <a:pt x="311" y="138"/>
                      <a:pt x="285" y="113"/>
                      <a:pt x="254" y="113"/>
                    </a:cubicBezTo>
                    <a:lnTo>
                      <a:pt x="226" y="113"/>
                    </a:lnTo>
                    <a:cubicBezTo>
                      <a:pt x="195" y="113"/>
                      <a:pt x="170" y="87"/>
                      <a:pt x="170" y="56"/>
                    </a:cubicBezTo>
                    <a:lnTo>
                      <a:pt x="170" y="56"/>
                    </a:lnTo>
                    <a:cubicBezTo>
                      <a:pt x="170" y="25"/>
                      <a:pt x="195" y="0"/>
                      <a:pt x="226" y="0"/>
                    </a:cubicBezTo>
                    <a:lnTo>
                      <a:pt x="480" y="0"/>
                    </a:lnTo>
                  </a:path>
                </a:pathLst>
              </a:custGeom>
              <a:noFill/>
              <a:ln w="38100" cap="flat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6" name="Freeform 68">
                <a:extLst>
                  <a:ext uri="{FF2B5EF4-FFF2-40B4-BE49-F238E27FC236}">
                    <a16:creationId xmlns:a16="http://schemas.microsoft.com/office/drawing/2014/main" id="{2FA9E696-6465-A095-71B2-DBE1B20FD3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8663" y="3105150"/>
                <a:ext cx="447675" cy="223838"/>
              </a:xfrm>
              <a:custGeom>
                <a:avLst/>
                <a:gdLst>
                  <a:gd name="T0" fmla="*/ 0 w 1243"/>
                  <a:gd name="T1" fmla="*/ 621 h 622"/>
                  <a:gd name="T2" fmla="*/ 621 w 1243"/>
                  <a:gd name="T3" fmla="*/ 0 h 622"/>
                  <a:gd name="T4" fmla="*/ 1242 w 1243"/>
                  <a:gd name="T5" fmla="*/ 621 h 622"/>
                  <a:gd name="T6" fmla="*/ 0 w 1243"/>
                  <a:gd name="T7" fmla="*/ 621 h 6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43" h="622">
                    <a:moveTo>
                      <a:pt x="0" y="621"/>
                    </a:moveTo>
                    <a:cubicBezTo>
                      <a:pt x="0" y="276"/>
                      <a:pt x="277" y="0"/>
                      <a:pt x="621" y="0"/>
                    </a:cubicBezTo>
                    <a:cubicBezTo>
                      <a:pt x="965" y="0"/>
                      <a:pt x="1242" y="276"/>
                      <a:pt x="1242" y="621"/>
                    </a:cubicBezTo>
                    <a:lnTo>
                      <a:pt x="0" y="621"/>
                    </a:lnTo>
                  </a:path>
                </a:pathLst>
              </a:custGeom>
              <a:noFill/>
              <a:ln w="38100" cap="flat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7" name="Freeform 69">
                <a:extLst>
                  <a:ext uri="{FF2B5EF4-FFF2-40B4-BE49-F238E27FC236}">
                    <a16:creationId xmlns:a16="http://schemas.microsoft.com/office/drawing/2014/main" id="{9B787B6E-BBBC-32A2-6E93-41CECEDBE0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91225" y="2862263"/>
                <a:ext cx="71438" cy="61912"/>
              </a:xfrm>
              <a:custGeom>
                <a:avLst/>
                <a:gdLst>
                  <a:gd name="T0" fmla="*/ 198 w 199"/>
                  <a:gd name="T1" fmla="*/ 169 h 170"/>
                  <a:gd name="T2" fmla="*/ 198 w 199"/>
                  <a:gd name="T3" fmla="*/ 141 h 170"/>
                  <a:gd name="T4" fmla="*/ 85 w 199"/>
                  <a:gd name="T5" fmla="*/ 0 h 170"/>
                  <a:gd name="T6" fmla="*/ 0 w 199"/>
                  <a:gd name="T7" fmla="*/ 0 h 170"/>
                  <a:gd name="T8" fmla="*/ 57 w 199"/>
                  <a:gd name="T9" fmla="*/ 141 h 170"/>
                  <a:gd name="T10" fmla="*/ 57 w 199"/>
                  <a:gd name="T11" fmla="*/ 16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9" h="170">
                    <a:moveTo>
                      <a:pt x="198" y="169"/>
                    </a:moveTo>
                    <a:lnTo>
                      <a:pt x="198" y="141"/>
                    </a:lnTo>
                    <a:lnTo>
                      <a:pt x="85" y="0"/>
                    </a:lnTo>
                    <a:lnTo>
                      <a:pt x="0" y="0"/>
                    </a:lnTo>
                    <a:lnTo>
                      <a:pt x="57" y="141"/>
                    </a:lnTo>
                    <a:lnTo>
                      <a:pt x="57" y="169"/>
                    </a:lnTo>
                  </a:path>
                </a:pathLst>
              </a:custGeom>
              <a:noFill/>
              <a:ln w="38100" cap="flat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" name="Freeform 70">
                <a:extLst>
                  <a:ext uri="{FF2B5EF4-FFF2-40B4-BE49-F238E27FC236}">
                    <a16:creationId xmlns:a16="http://schemas.microsoft.com/office/drawing/2014/main" id="{9E8149C1-AF5D-B6B9-F104-CA376E0C7A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78513" y="2913063"/>
                <a:ext cx="304800" cy="152400"/>
              </a:xfrm>
              <a:custGeom>
                <a:avLst/>
                <a:gdLst>
                  <a:gd name="T0" fmla="*/ 846 w 847"/>
                  <a:gd name="T1" fmla="*/ 141 h 424"/>
                  <a:gd name="T2" fmla="*/ 790 w 847"/>
                  <a:gd name="T3" fmla="*/ 84 h 424"/>
                  <a:gd name="T4" fmla="*/ 158 w 847"/>
                  <a:gd name="T5" fmla="*/ 84 h 424"/>
                  <a:gd name="T6" fmla="*/ 56 w 847"/>
                  <a:gd name="T7" fmla="*/ 0 h 424"/>
                  <a:gd name="T8" fmla="*/ 0 w 847"/>
                  <a:gd name="T9" fmla="*/ 0 h 424"/>
                  <a:gd name="T10" fmla="*/ 28 w 847"/>
                  <a:gd name="T11" fmla="*/ 113 h 424"/>
                  <a:gd name="T12" fmla="*/ 0 w 847"/>
                  <a:gd name="T13" fmla="*/ 144 h 424"/>
                  <a:gd name="T14" fmla="*/ 130 w 847"/>
                  <a:gd name="T15" fmla="*/ 197 h 424"/>
                  <a:gd name="T16" fmla="*/ 367 w 847"/>
                  <a:gd name="T17" fmla="*/ 197 h 424"/>
                  <a:gd name="T18" fmla="*/ 367 w 847"/>
                  <a:gd name="T19" fmla="*/ 254 h 424"/>
                  <a:gd name="T20" fmla="*/ 282 w 847"/>
                  <a:gd name="T21" fmla="*/ 423 h 424"/>
                  <a:gd name="T22" fmla="*/ 367 w 847"/>
                  <a:gd name="T23" fmla="*/ 423 h 424"/>
                  <a:gd name="T24" fmla="*/ 508 w 847"/>
                  <a:gd name="T25" fmla="*/ 282 h 424"/>
                  <a:gd name="T26" fmla="*/ 561 w 847"/>
                  <a:gd name="T27" fmla="*/ 197 h 424"/>
                  <a:gd name="T28" fmla="*/ 790 w 847"/>
                  <a:gd name="T29" fmla="*/ 197 h 424"/>
                  <a:gd name="T30" fmla="*/ 846 w 847"/>
                  <a:gd name="T31" fmla="*/ 141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47" h="424">
                    <a:moveTo>
                      <a:pt x="846" y="141"/>
                    </a:moveTo>
                    <a:cubicBezTo>
                      <a:pt x="846" y="110"/>
                      <a:pt x="821" y="84"/>
                      <a:pt x="790" y="84"/>
                    </a:cubicBezTo>
                    <a:lnTo>
                      <a:pt x="158" y="84"/>
                    </a:lnTo>
                    <a:cubicBezTo>
                      <a:pt x="155" y="84"/>
                      <a:pt x="56" y="0"/>
                      <a:pt x="56" y="0"/>
                    </a:cubicBezTo>
                    <a:lnTo>
                      <a:pt x="0" y="0"/>
                    </a:lnTo>
                    <a:lnTo>
                      <a:pt x="28" y="113"/>
                    </a:lnTo>
                    <a:cubicBezTo>
                      <a:pt x="11" y="121"/>
                      <a:pt x="0" y="130"/>
                      <a:pt x="0" y="144"/>
                    </a:cubicBezTo>
                    <a:cubicBezTo>
                      <a:pt x="0" y="189"/>
                      <a:pt x="99" y="197"/>
                      <a:pt x="130" y="197"/>
                    </a:cubicBezTo>
                    <a:lnTo>
                      <a:pt x="367" y="197"/>
                    </a:lnTo>
                    <a:lnTo>
                      <a:pt x="367" y="254"/>
                    </a:lnTo>
                    <a:lnTo>
                      <a:pt x="282" y="423"/>
                    </a:lnTo>
                    <a:lnTo>
                      <a:pt x="367" y="423"/>
                    </a:lnTo>
                    <a:lnTo>
                      <a:pt x="508" y="282"/>
                    </a:lnTo>
                    <a:lnTo>
                      <a:pt x="561" y="197"/>
                    </a:lnTo>
                    <a:lnTo>
                      <a:pt x="790" y="197"/>
                    </a:lnTo>
                    <a:cubicBezTo>
                      <a:pt x="821" y="197"/>
                      <a:pt x="846" y="172"/>
                      <a:pt x="846" y="141"/>
                    </a:cubicBezTo>
                  </a:path>
                </a:pathLst>
              </a:custGeom>
              <a:noFill/>
              <a:ln w="38100" cap="flat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9" name="Freeform 71">
                <a:extLst>
                  <a:ext uri="{FF2B5EF4-FFF2-40B4-BE49-F238E27FC236}">
                    <a16:creationId xmlns:a16="http://schemas.microsoft.com/office/drawing/2014/main" id="{C3D5B7B2-F02C-FFC0-60DB-21A7875CD8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97550" y="3032125"/>
                <a:ext cx="163513" cy="95250"/>
              </a:xfrm>
              <a:custGeom>
                <a:avLst/>
                <a:gdLst>
                  <a:gd name="T0" fmla="*/ 0 w 453"/>
                  <a:gd name="T1" fmla="*/ 265 h 266"/>
                  <a:gd name="T2" fmla="*/ 452 w 453"/>
                  <a:gd name="T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53" h="266">
                    <a:moveTo>
                      <a:pt x="0" y="265"/>
                    </a:moveTo>
                    <a:cubicBezTo>
                      <a:pt x="119" y="135"/>
                      <a:pt x="274" y="39"/>
                      <a:pt x="452" y="0"/>
                    </a:cubicBezTo>
                  </a:path>
                </a:pathLst>
              </a:custGeom>
              <a:noFill/>
              <a:ln w="38100" cap="flat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0" name="Freeform 72">
                <a:extLst>
                  <a:ext uri="{FF2B5EF4-FFF2-40B4-BE49-F238E27FC236}">
                    <a16:creationId xmlns:a16="http://schemas.microsoft.com/office/drawing/2014/main" id="{466A88E6-E621-1CC2-2784-BEA7D1B12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2825" y="3030538"/>
                <a:ext cx="171450" cy="95250"/>
              </a:xfrm>
              <a:custGeom>
                <a:avLst/>
                <a:gdLst>
                  <a:gd name="T0" fmla="*/ 0 w 475"/>
                  <a:gd name="T1" fmla="*/ 0 h 266"/>
                  <a:gd name="T2" fmla="*/ 474 w 475"/>
                  <a:gd name="T3" fmla="*/ 265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75" h="266">
                    <a:moveTo>
                      <a:pt x="0" y="0"/>
                    </a:moveTo>
                    <a:cubicBezTo>
                      <a:pt x="187" y="37"/>
                      <a:pt x="350" y="133"/>
                      <a:pt x="474" y="265"/>
                    </a:cubicBezTo>
                  </a:path>
                </a:pathLst>
              </a:custGeom>
              <a:noFill/>
              <a:ln w="38100" cap="flat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79416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F7D2B-F81E-D079-3AC4-880C958ED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F6459739-6608-582C-C07D-E4CCD4549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4AB3B583-1DB8-19F1-90A4-A8C262A333C2}"/>
              </a:ext>
            </a:extLst>
          </p:cNvPr>
          <p:cNvGrpSpPr/>
          <p:nvPr/>
        </p:nvGrpSpPr>
        <p:grpSpPr>
          <a:xfrm>
            <a:off x="516830" y="2790060"/>
            <a:ext cx="1584438" cy="1807338"/>
            <a:chOff x="3794125" y="2640013"/>
            <a:chExt cx="417514" cy="476250"/>
          </a:xfrm>
        </p:grpSpPr>
        <p:sp>
          <p:nvSpPr>
            <p:cNvPr id="52" name="Freeform 4">
              <a:extLst>
                <a:ext uri="{FF2B5EF4-FFF2-40B4-BE49-F238E27FC236}">
                  <a16:creationId xmlns:a16="http://schemas.microsoft.com/office/drawing/2014/main" id="{0D965B00-EF2A-FAD6-33AD-876648868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4925" y="2751138"/>
              <a:ext cx="80963" cy="101600"/>
            </a:xfrm>
            <a:custGeom>
              <a:avLst/>
              <a:gdLst>
                <a:gd name="T0" fmla="*/ 113 w 227"/>
                <a:gd name="T1" fmla="*/ 283 h 284"/>
                <a:gd name="T2" fmla="*/ 226 w 227"/>
                <a:gd name="T3" fmla="*/ 162 h 284"/>
                <a:gd name="T4" fmla="*/ 226 w 227"/>
                <a:gd name="T5" fmla="*/ 121 h 284"/>
                <a:gd name="T6" fmla="*/ 113 w 227"/>
                <a:gd name="T7" fmla="*/ 0 h 284"/>
                <a:gd name="T8" fmla="*/ 0 w 227"/>
                <a:gd name="T9" fmla="*/ 121 h 284"/>
                <a:gd name="T10" fmla="*/ 0 w 227"/>
                <a:gd name="T11" fmla="*/ 162 h 284"/>
                <a:gd name="T12" fmla="*/ 113 w 227"/>
                <a:gd name="T13" fmla="*/ 283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7" h="284">
                  <a:moveTo>
                    <a:pt x="113" y="283"/>
                  </a:moveTo>
                  <a:cubicBezTo>
                    <a:pt x="178" y="283"/>
                    <a:pt x="226" y="228"/>
                    <a:pt x="226" y="162"/>
                  </a:cubicBezTo>
                  <a:lnTo>
                    <a:pt x="226" y="121"/>
                  </a:lnTo>
                  <a:cubicBezTo>
                    <a:pt x="226" y="55"/>
                    <a:pt x="178" y="0"/>
                    <a:pt x="113" y="0"/>
                  </a:cubicBezTo>
                  <a:cubicBezTo>
                    <a:pt x="48" y="0"/>
                    <a:pt x="0" y="55"/>
                    <a:pt x="0" y="121"/>
                  </a:cubicBezTo>
                  <a:lnTo>
                    <a:pt x="0" y="162"/>
                  </a:lnTo>
                  <a:cubicBezTo>
                    <a:pt x="0" y="228"/>
                    <a:pt x="48" y="283"/>
                    <a:pt x="113" y="283"/>
                  </a:cubicBezTo>
                </a:path>
              </a:pathLst>
            </a:custGeom>
            <a:noFill/>
            <a:ln w="76200" cap="flat">
              <a:solidFill>
                <a:srgbClr val="0A080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3" name="Freeform 5">
              <a:extLst>
                <a:ext uri="{FF2B5EF4-FFF2-40B4-BE49-F238E27FC236}">
                  <a16:creationId xmlns:a16="http://schemas.microsoft.com/office/drawing/2014/main" id="{373E49B4-16A5-11C6-97D6-5B0C688B8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4125" y="2882900"/>
              <a:ext cx="173038" cy="152400"/>
            </a:xfrm>
            <a:custGeom>
              <a:avLst/>
              <a:gdLst>
                <a:gd name="T0" fmla="*/ 480 w 481"/>
                <a:gd name="T1" fmla="*/ 57 h 425"/>
                <a:gd name="T2" fmla="*/ 310 w 481"/>
                <a:gd name="T3" fmla="*/ 0 h 425"/>
                <a:gd name="T4" fmla="*/ 169 w 481"/>
                <a:gd name="T5" fmla="*/ 0 h 425"/>
                <a:gd name="T6" fmla="*/ 0 w 481"/>
                <a:gd name="T7" fmla="*/ 170 h 425"/>
                <a:gd name="T8" fmla="*/ 0 w 481"/>
                <a:gd name="T9" fmla="*/ 282 h 425"/>
                <a:gd name="T10" fmla="*/ 169 w 481"/>
                <a:gd name="T11" fmla="*/ 424 h 425"/>
                <a:gd name="T12" fmla="*/ 282 w 481"/>
                <a:gd name="T13" fmla="*/ 424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1" h="425">
                  <a:moveTo>
                    <a:pt x="480" y="57"/>
                  </a:moveTo>
                  <a:cubicBezTo>
                    <a:pt x="442" y="37"/>
                    <a:pt x="369" y="3"/>
                    <a:pt x="310" y="0"/>
                  </a:cubicBezTo>
                  <a:cubicBezTo>
                    <a:pt x="216" y="0"/>
                    <a:pt x="190" y="0"/>
                    <a:pt x="169" y="0"/>
                  </a:cubicBezTo>
                  <a:cubicBezTo>
                    <a:pt x="68" y="0"/>
                    <a:pt x="0" y="43"/>
                    <a:pt x="0" y="170"/>
                  </a:cubicBezTo>
                  <a:lnTo>
                    <a:pt x="0" y="282"/>
                  </a:lnTo>
                  <a:cubicBezTo>
                    <a:pt x="0" y="395"/>
                    <a:pt x="91" y="424"/>
                    <a:pt x="169" y="424"/>
                  </a:cubicBezTo>
                  <a:lnTo>
                    <a:pt x="282" y="424"/>
                  </a:lnTo>
                </a:path>
              </a:pathLst>
            </a:custGeom>
            <a:noFill/>
            <a:ln w="76200" cap="flat">
              <a:solidFill>
                <a:srgbClr val="0A080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F4B06755-D45D-C130-D9BE-060704B76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4925" y="2933700"/>
              <a:ext cx="71438" cy="50800"/>
            </a:xfrm>
            <a:custGeom>
              <a:avLst/>
              <a:gdLst>
                <a:gd name="T0" fmla="*/ 0 w 199"/>
                <a:gd name="T1" fmla="*/ 0 h 142"/>
                <a:gd name="T2" fmla="*/ 0 w 199"/>
                <a:gd name="T3" fmla="*/ 113 h 142"/>
                <a:gd name="T4" fmla="*/ 28 w 199"/>
                <a:gd name="T5" fmla="*/ 141 h 142"/>
                <a:gd name="T6" fmla="*/ 198 w 199"/>
                <a:gd name="T7" fmla="*/ 141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9" h="142">
                  <a:moveTo>
                    <a:pt x="0" y="0"/>
                  </a:moveTo>
                  <a:lnTo>
                    <a:pt x="0" y="113"/>
                  </a:lnTo>
                  <a:cubicBezTo>
                    <a:pt x="0" y="129"/>
                    <a:pt x="13" y="141"/>
                    <a:pt x="28" y="141"/>
                  </a:cubicBezTo>
                  <a:lnTo>
                    <a:pt x="198" y="141"/>
                  </a:lnTo>
                </a:path>
              </a:pathLst>
            </a:custGeom>
            <a:noFill/>
            <a:ln w="76200" cap="flat">
              <a:solidFill>
                <a:srgbClr val="0A080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Line 7">
              <a:extLst>
                <a:ext uri="{FF2B5EF4-FFF2-40B4-BE49-F238E27FC236}">
                  <a16:creationId xmlns:a16="http://schemas.microsoft.com/office/drawing/2014/main" id="{DD0C9BF2-B602-7E8D-ADF9-D1B1DCC32F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5400" y="3035300"/>
              <a:ext cx="1588" cy="80963"/>
            </a:xfrm>
            <a:prstGeom prst="line">
              <a:avLst/>
            </a:prstGeom>
            <a:noFill/>
            <a:ln w="76200" cap="flat">
              <a:solidFill>
                <a:srgbClr val="0A080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6" name="Line 8">
              <a:extLst>
                <a:ext uri="{FF2B5EF4-FFF2-40B4-BE49-F238E27FC236}">
                  <a16:creationId xmlns:a16="http://schemas.microsoft.com/office/drawing/2014/main" id="{DF101FFC-DAAD-2CF8-E77B-F70DD17AE5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525" y="3055938"/>
              <a:ext cx="1588" cy="60325"/>
            </a:xfrm>
            <a:prstGeom prst="line">
              <a:avLst/>
            </a:prstGeom>
            <a:noFill/>
            <a:ln w="76200" cap="flat">
              <a:solidFill>
                <a:srgbClr val="0A080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DF4EB8C2-C7D0-61F3-F37D-427BA00B9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6688" y="2974975"/>
              <a:ext cx="68262" cy="41275"/>
            </a:xfrm>
            <a:custGeom>
              <a:avLst/>
              <a:gdLst>
                <a:gd name="T0" fmla="*/ 106 w 188"/>
                <a:gd name="T1" fmla="*/ 113 h 114"/>
                <a:gd name="T2" fmla="*/ 0 w 188"/>
                <a:gd name="T3" fmla="*/ 113 h 114"/>
                <a:gd name="T4" fmla="*/ 56 w 188"/>
                <a:gd name="T5" fmla="*/ 0 h 114"/>
                <a:gd name="T6" fmla="*/ 152 w 188"/>
                <a:gd name="T7" fmla="*/ 0 h 114"/>
                <a:gd name="T8" fmla="*/ 177 w 188"/>
                <a:gd name="T9" fmla="*/ 41 h 114"/>
                <a:gd name="T10" fmla="*/ 157 w 188"/>
                <a:gd name="T11" fmla="*/ 82 h 114"/>
                <a:gd name="T12" fmla="*/ 106 w 188"/>
                <a:gd name="T13" fmla="*/ 11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8" h="114">
                  <a:moveTo>
                    <a:pt x="106" y="113"/>
                  </a:moveTo>
                  <a:lnTo>
                    <a:pt x="0" y="113"/>
                  </a:lnTo>
                  <a:lnTo>
                    <a:pt x="56" y="0"/>
                  </a:lnTo>
                  <a:lnTo>
                    <a:pt x="152" y="0"/>
                  </a:lnTo>
                  <a:cubicBezTo>
                    <a:pt x="173" y="0"/>
                    <a:pt x="187" y="22"/>
                    <a:pt x="177" y="41"/>
                  </a:cubicBezTo>
                  <a:lnTo>
                    <a:pt x="157" y="82"/>
                  </a:lnTo>
                  <a:cubicBezTo>
                    <a:pt x="147" y="101"/>
                    <a:pt x="128" y="113"/>
                    <a:pt x="106" y="113"/>
                  </a:cubicBezTo>
                </a:path>
              </a:pathLst>
            </a:custGeom>
            <a:noFill/>
            <a:ln w="76200" cap="flat">
              <a:solidFill>
                <a:srgbClr val="0A080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8" name="Line 10">
              <a:extLst>
                <a:ext uri="{FF2B5EF4-FFF2-40B4-BE49-F238E27FC236}">
                  <a16:creationId xmlns:a16="http://schemas.microsoft.com/office/drawing/2014/main" id="{3169BBBD-28BD-DFB3-F8F7-2BDE71FA9D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6200" y="2933700"/>
              <a:ext cx="50800" cy="30163"/>
            </a:xfrm>
            <a:prstGeom prst="line">
              <a:avLst/>
            </a:prstGeom>
            <a:noFill/>
            <a:ln w="76200" cap="flat">
              <a:solidFill>
                <a:srgbClr val="0A080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7D9AC7ED-B2D1-F451-BDFC-277D6E3A0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933700"/>
              <a:ext cx="163513" cy="122238"/>
            </a:xfrm>
            <a:custGeom>
              <a:avLst/>
              <a:gdLst>
                <a:gd name="T0" fmla="*/ 395 w 453"/>
                <a:gd name="T1" fmla="*/ 113 h 340"/>
                <a:gd name="T2" fmla="*/ 452 w 453"/>
                <a:gd name="T3" fmla="*/ 0 h 340"/>
                <a:gd name="T4" fmla="*/ 169 w 453"/>
                <a:gd name="T5" fmla="*/ 0 h 340"/>
                <a:gd name="T6" fmla="*/ 0 w 453"/>
                <a:gd name="T7" fmla="*/ 339 h 340"/>
                <a:gd name="T8" fmla="*/ 282 w 453"/>
                <a:gd name="T9" fmla="*/ 339 h 340"/>
                <a:gd name="T10" fmla="*/ 339 w 453"/>
                <a:gd name="T11" fmla="*/ 22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3" h="340">
                  <a:moveTo>
                    <a:pt x="395" y="113"/>
                  </a:moveTo>
                  <a:lnTo>
                    <a:pt x="452" y="0"/>
                  </a:lnTo>
                  <a:lnTo>
                    <a:pt x="169" y="0"/>
                  </a:lnTo>
                  <a:lnTo>
                    <a:pt x="0" y="339"/>
                  </a:lnTo>
                  <a:lnTo>
                    <a:pt x="282" y="339"/>
                  </a:lnTo>
                  <a:lnTo>
                    <a:pt x="339" y="226"/>
                  </a:lnTo>
                </a:path>
              </a:pathLst>
            </a:custGeom>
            <a:noFill/>
            <a:ln w="76200" cap="flat">
              <a:solidFill>
                <a:srgbClr val="0A080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0" name="Freeform 12">
              <a:extLst>
                <a:ext uri="{FF2B5EF4-FFF2-40B4-BE49-F238E27FC236}">
                  <a16:creationId xmlns:a16="http://schemas.microsoft.com/office/drawing/2014/main" id="{CE1769A2-E50F-1116-A8F9-4FEEFBFFD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164" y="2640013"/>
              <a:ext cx="244475" cy="258762"/>
            </a:xfrm>
            <a:custGeom>
              <a:avLst/>
              <a:gdLst>
                <a:gd name="T0" fmla="*/ 84 w 678"/>
                <a:gd name="T1" fmla="*/ 0 h 717"/>
                <a:gd name="T2" fmla="*/ 592 w 678"/>
                <a:gd name="T3" fmla="*/ 0 h 717"/>
                <a:gd name="T4" fmla="*/ 677 w 678"/>
                <a:gd name="T5" fmla="*/ 85 h 717"/>
                <a:gd name="T6" fmla="*/ 677 w 678"/>
                <a:gd name="T7" fmla="*/ 423 h 717"/>
                <a:gd name="T8" fmla="*/ 564 w 678"/>
                <a:gd name="T9" fmla="*/ 536 h 717"/>
                <a:gd name="T10" fmla="*/ 310 w 678"/>
                <a:gd name="T11" fmla="*/ 536 h 717"/>
                <a:gd name="T12" fmla="*/ 192 w 678"/>
                <a:gd name="T13" fmla="*/ 694 h 717"/>
                <a:gd name="T14" fmla="*/ 141 w 678"/>
                <a:gd name="T15" fmla="*/ 677 h 717"/>
                <a:gd name="T16" fmla="*/ 141 w 678"/>
                <a:gd name="T17" fmla="*/ 536 h 717"/>
                <a:gd name="T18" fmla="*/ 84 w 678"/>
                <a:gd name="T19" fmla="*/ 536 h 717"/>
                <a:gd name="T20" fmla="*/ 0 w 678"/>
                <a:gd name="T21" fmla="*/ 451 h 717"/>
                <a:gd name="T22" fmla="*/ 0 w 678"/>
                <a:gd name="T23" fmla="*/ 85 h 717"/>
                <a:gd name="T24" fmla="*/ 84 w 678"/>
                <a:gd name="T25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78" h="717">
                  <a:moveTo>
                    <a:pt x="84" y="0"/>
                  </a:moveTo>
                  <a:lnTo>
                    <a:pt x="592" y="0"/>
                  </a:lnTo>
                  <a:cubicBezTo>
                    <a:pt x="639" y="0"/>
                    <a:pt x="677" y="38"/>
                    <a:pt x="677" y="85"/>
                  </a:cubicBezTo>
                  <a:lnTo>
                    <a:pt x="677" y="423"/>
                  </a:lnTo>
                  <a:cubicBezTo>
                    <a:pt x="677" y="486"/>
                    <a:pt x="627" y="536"/>
                    <a:pt x="564" y="536"/>
                  </a:cubicBezTo>
                  <a:lnTo>
                    <a:pt x="310" y="536"/>
                  </a:lnTo>
                  <a:lnTo>
                    <a:pt x="192" y="694"/>
                  </a:lnTo>
                  <a:cubicBezTo>
                    <a:pt x="175" y="716"/>
                    <a:pt x="141" y="704"/>
                    <a:pt x="141" y="677"/>
                  </a:cubicBezTo>
                  <a:lnTo>
                    <a:pt x="141" y="536"/>
                  </a:lnTo>
                  <a:lnTo>
                    <a:pt x="84" y="536"/>
                  </a:lnTo>
                  <a:cubicBezTo>
                    <a:pt x="38" y="536"/>
                    <a:pt x="0" y="498"/>
                    <a:pt x="0" y="451"/>
                  </a:cubicBezTo>
                  <a:lnTo>
                    <a:pt x="0" y="85"/>
                  </a:lnTo>
                  <a:cubicBezTo>
                    <a:pt x="0" y="38"/>
                    <a:pt x="38" y="0"/>
                    <a:pt x="84" y="0"/>
                  </a:cubicBezTo>
                </a:path>
              </a:pathLst>
            </a:custGeom>
            <a:noFill/>
            <a:ln w="76200" cap="flat">
              <a:solidFill>
                <a:srgbClr val="0A080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" name="Freeform 13">
              <a:extLst>
                <a:ext uri="{FF2B5EF4-FFF2-40B4-BE49-F238E27FC236}">
                  <a16:creationId xmlns:a16="http://schemas.microsoft.com/office/drawing/2014/main" id="{C08B0616-4AF8-01FB-B93E-2DA582C787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7013" y="2690813"/>
              <a:ext cx="112712" cy="92075"/>
            </a:xfrm>
            <a:custGeom>
              <a:avLst/>
              <a:gdLst>
                <a:gd name="T0" fmla="*/ 0 w 312"/>
                <a:gd name="T1" fmla="*/ 141 h 255"/>
                <a:gd name="T2" fmla="*/ 113 w 312"/>
                <a:gd name="T3" fmla="*/ 254 h 255"/>
                <a:gd name="T4" fmla="*/ 311 w 312"/>
                <a:gd name="T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2" h="255">
                  <a:moveTo>
                    <a:pt x="0" y="141"/>
                  </a:moveTo>
                  <a:lnTo>
                    <a:pt x="113" y="254"/>
                  </a:lnTo>
                  <a:lnTo>
                    <a:pt x="311" y="0"/>
                  </a:lnTo>
                </a:path>
              </a:pathLst>
            </a:custGeom>
            <a:noFill/>
            <a:ln w="76200" cap="flat">
              <a:solidFill>
                <a:srgbClr val="0A080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63" name="Image 62">
            <a:extLst>
              <a:ext uri="{FF2B5EF4-FFF2-40B4-BE49-F238E27FC236}">
                <a16:creationId xmlns:a16="http://schemas.microsoft.com/office/drawing/2014/main" id="{4A021642-A3B8-21AC-CB43-34DC9CEE0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12" t="29995" r="15678" b="32086"/>
          <a:stretch>
            <a:fillRect/>
          </a:stretch>
        </p:blipFill>
        <p:spPr>
          <a:xfrm>
            <a:off x="2236734" y="2469950"/>
            <a:ext cx="4616039" cy="260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949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B8699-FDBE-225F-77C1-D68AAF413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B2A122EC-748F-8294-B301-88C668365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pSp>
        <p:nvGrpSpPr>
          <p:cNvPr id="10" name="Grouper 137">
            <a:extLst>
              <a:ext uri="{FF2B5EF4-FFF2-40B4-BE49-F238E27FC236}">
                <a16:creationId xmlns:a16="http://schemas.microsoft.com/office/drawing/2014/main" id="{D04218BE-B396-3238-294C-338006649CD8}"/>
              </a:ext>
            </a:extLst>
          </p:cNvPr>
          <p:cNvGrpSpPr/>
          <p:nvPr/>
        </p:nvGrpSpPr>
        <p:grpSpPr>
          <a:xfrm>
            <a:off x="6065594" y="3055913"/>
            <a:ext cx="1192033" cy="1284091"/>
            <a:chOff x="1543050" y="4208463"/>
            <a:chExt cx="407988" cy="477837"/>
          </a:xfrm>
        </p:grpSpPr>
        <p:sp>
          <p:nvSpPr>
            <p:cNvPr id="11" name="Freeform 109">
              <a:extLst>
                <a:ext uri="{FF2B5EF4-FFF2-40B4-BE49-F238E27FC236}">
                  <a16:creationId xmlns:a16="http://schemas.microsoft.com/office/drawing/2014/main" id="{D1FD3A7E-75B1-0DF8-5AAF-444C91D56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3050" y="4522788"/>
              <a:ext cx="142875" cy="163512"/>
            </a:xfrm>
            <a:custGeom>
              <a:avLst/>
              <a:gdLst>
                <a:gd name="T0" fmla="*/ 395 w 396"/>
                <a:gd name="T1" fmla="*/ 0 h 452"/>
                <a:gd name="T2" fmla="*/ 395 w 396"/>
                <a:gd name="T3" fmla="*/ 141 h 452"/>
                <a:gd name="T4" fmla="*/ 310 w 396"/>
                <a:gd name="T5" fmla="*/ 220 h 452"/>
                <a:gd name="T6" fmla="*/ 141 w 396"/>
                <a:gd name="T7" fmla="*/ 265 h 452"/>
                <a:gd name="T8" fmla="*/ 0 w 396"/>
                <a:gd name="T9" fmla="*/ 423 h 452"/>
                <a:gd name="T10" fmla="*/ 0 w 396"/>
                <a:gd name="T11" fmla="*/ 45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6" h="452">
                  <a:moveTo>
                    <a:pt x="395" y="0"/>
                  </a:moveTo>
                  <a:lnTo>
                    <a:pt x="395" y="141"/>
                  </a:lnTo>
                  <a:cubicBezTo>
                    <a:pt x="395" y="186"/>
                    <a:pt x="356" y="209"/>
                    <a:pt x="310" y="220"/>
                  </a:cubicBezTo>
                  <a:lnTo>
                    <a:pt x="141" y="265"/>
                  </a:lnTo>
                  <a:cubicBezTo>
                    <a:pt x="65" y="285"/>
                    <a:pt x="3" y="369"/>
                    <a:pt x="0" y="423"/>
                  </a:cubicBezTo>
                  <a:lnTo>
                    <a:pt x="0" y="451"/>
                  </a:lnTo>
                </a:path>
              </a:pathLst>
            </a:custGeom>
            <a:noFill/>
            <a:ln w="762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110">
              <a:extLst>
                <a:ext uri="{FF2B5EF4-FFF2-40B4-BE49-F238E27FC236}">
                  <a16:creationId xmlns:a16="http://schemas.microsoft.com/office/drawing/2014/main" id="{5F3D9499-EDDC-241F-FD0F-2A4D6EE83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8163" y="4522788"/>
              <a:ext cx="142875" cy="163512"/>
            </a:xfrm>
            <a:custGeom>
              <a:avLst/>
              <a:gdLst>
                <a:gd name="T0" fmla="*/ 0 w 396"/>
                <a:gd name="T1" fmla="*/ 0 h 452"/>
                <a:gd name="T2" fmla="*/ 0 w 396"/>
                <a:gd name="T3" fmla="*/ 141 h 452"/>
                <a:gd name="T4" fmla="*/ 84 w 396"/>
                <a:gd name="T5" fmla="*/ 220 h 452"/>
                <a:gd name="T6" fmla="*/ 254 w 396"/>
                <a:gd name="T7" fmla="*/ 265 h 452"/>
                <a:gd name="T8" fmla="*/ 395 w 396"/>
                <a:gd name="T9" fmla="*/ 395 h 452"/>
                <a:gd name="T10" fmla="*/ 395 w 396"/>
                <a:gd name="T11" fmla="*/ 45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6" h="452">
                  <a:moveTo>
                    <a:pt x="0" y="0"/>
                  </a:moveTo>
                  <a:lnTo>
                    <a:pt x="0" y="141"/>
                  </a:lnTo>
                  <a:cubicBezTo>
                    <a:pt x="0" y="186"/>
                    <a:pt x="39" y="209"/>
                    <a:pt x="84" y="220"/>
                  </a:cubicBezTo>
                  <a:lnTo>
                    <a:pt x="254" y="265"/>
                  </a:lnTo>
                  <a:cubicBezTo>
                    <a:pt x="330" y="285"/>
                    <a:pt x="392" y="341"/>
                    <a:pt x="395" y="395"/>
                  </a:cubicBezTo>
                  <a:lnTo>
                    <a:pt x="395" y="451"/>
                  </a:lnTo>
                </a:path>
              </a:pathLst>
            </a:custGeom>
            <a:noFill/>
            <a:ln w="762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11">
              <a:extLst>
                <a:ext uri="{FF2B5EF4-FFF2-40B4-BE49-F238E27FC236}">
                  <a16:creationId xmlns:a16="http://schemas.microsoft.com/office/drawing/2014/main" id="{BC8EA4BA-A83A-0E6B-7559-9DBA1A0FC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375" y="4208463"/>
              <a:ext cx="274638" cy="334962"/>
            </a:xfrm>
            <a:custGeom>
              <a:avLst/>
              <a:gdLst>
                <a:gd name="T0" fmla="*/ 762 w 763"/>
                <a:gd name="T1" fmla="*/ 395 h 932"/>
                <a:gd name="T2" fmla="*/ 762 w 763"/>
                <a:gd name="T3" fmla="*/ 226 h 932"/>
                <a:gd name="T4" fmla="*/ 508 w 763"/>
                <a:gd name="T5" fmla="*/ 0 h 932"/>
                <a:gd name="T6" fmla="*/ 0 w 763"/>
                <a:gd name="T7" fmla="*/ 0 h 932"/>
                <a:gd name="T8" fmla="*/ 0 w 763"/>
                <a:gd name="T9" fmla="*/ 141 h 932"/>
                <a:gd name="T10" fmla="*/ 170 w 763"/>
                <a:gd name="T11" fmla="*/ 282 h 932"/>
                <a:gd name="T12" fmla="*/ 565 w 763"/>
                <a:gd name="T13" fmla="*/ 282 h 932"/>
                <a:gd name="T14" fmla="*/ 678 w 763"/>
                <a:gd name="T15" fmla="*/ 423 h 932"/>
                <a:gd name="T16" fmla="*/ 678 w 763"/>
                <a:gd name="T17" fmla="*/ 451 h 932"/>
                <a:gd name="T18" fmla="*/ 762 w 763"/>
                <a:gd name="T19" fmla="*/ 451 h 932"/>
                <a:gd name="T20" fmla="*/ 762 w 763"/>
                <a:gd name="T21" fmla="*/ 562 h 932"/>
                <a:gd name="T22" fmla="*/ 737 w 763"/>
                <a:gd name="T23" fmla="*/ 609 h 932"/>
                <a:gd name="T24" fmla="*/ 678 w 763"/>
                <a:gd name="T25" fmla="*/ 649 h 932"/>
                <a:gd name="T26" fmla="*/ 678 w 763"/>
                <a:gd name="T27" fmla="*/ 734 h 932"/>
                <a:gd name="T28" fmla="*/ 508 w 763"/>
                <a:gd name="T29" fmla="*/ 903 h 932"/>
                <a:gd name="T30" fmla="*/ 395 w 763"/>
                <a:gd name="T31" fmla="*/ 931 h 932"/>
                <a:gd name="T32" fmla="*/ 283 w 763"/>
                <a:gd name="T33" fmla="*/ 903 h 932"/>
                <a:gd name="T34" fmla="*/ 113 w 763"/>
                <a:gd name="T35" fmla="*/ 734 h 932"/>
                <a:gd name="T36" fmla="*/ 113 w 763"/>
                <a:gd name="T37" fmla="*/ 649 h 932"/>
                <a:gd name="T38" fmla="*/ 54 w 763"/>
                <a:gd name="T39" fmla="*/ 609 h 932"/>
                <a:gd name="T40" fmla="*/ 29 w 763"/>
                <a:gd name="T41" fmla="*/ 562 h 932"/>
                <a:gd name="T42" fmla="*/ 29 w 763"/>
                <a:gd name="T43" fmla="*/ 451 h 932"/>
                <a:gd name="T44" fmla="*/ 113 w 763"/>
                <a:gd name="T45" fmla="*/ 451 h 932"/>
                <a:gd name="T46" fmla="*/ 113 w 763"/>
                <a:gd name="T47" fmla="*/ 395 h 932"/>
                <a:gd name="T48" fmla="*/ 170 w 763"/>
                <a:gd name="T49" fmla="*/ 282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763" h="932">
                  <a:moveTo>
                    <a:pt x="762" y="395"/>
                  </a:moveTo>
                  <a:lnTo>
                    <a:pt x="762" y="226"/>
                  </a:lnTo>
                  <a:cubicBezTo>
                    <a:pt x="762" y="37"/>
                    <a:pt x="712" y="0"/>
                    <a:pt x="508" y="0"/>
                  </a:cubicBezTo>
                  <a:lnTo>
                    <a:pt x="0" y="0"/>
                  </a:lnTo>
                  <a:lnTo>
                    <a:pt x="0" y="141"/>
                  </a:lnTo>
                  <a:cubicBezTo>
                    <a:pt x="0" y="206"/>
                    <a:pt x="51" y="282"/>
                    <a:pt x="170" y="282"/>
                  </a:cubicBezTo>
                  <a:cubicBezTo>
                    <a:pt x="288" y="282"/>
                    <a:pt x="511" y="282"/>
                    <a:pt x="565" y="282"/>
                  </a:cubicBezTo>
                  <a:cubicBezTo>
                    <a:pt x="649" y="282"/>
                    <a:pt x="678" y="358"/>
                    <a:pt x="678" y="423"/>
                  </a:cubicBezTo>
                  <a:cubicBezTo>
                    <a:pt x="678" y="435"/>
                    <a:pt x="678" y="426"/>
                    <a:pt x="678" y="451"/>
                  </a:cubicBezTo>
                  <a:lnTo>
                    <a:pt x="762" y="451"/>
                  </a:lnTo>
                  <a:lnTo>
                    <a:pt x="762" y="562"/>
                  </a:lnTo>
                  <a:cubicBezTo>
                    <a:pt x="762" y="581"/>
                    <a:pt x="754" y="598"/>
                    <a:pt x="737" y="609"/>
                  </a:cubicBezTo>
                  <a:lnTo>
                    <a:pt x="678" y="649"/>
                  </a:lnTo>
                  <a:cubicBezTo>
                    <a:pt x="678" y="649"/>
                    <a:pt x="678" y="722"/>
                    <a:pt x="678" y="734"/>
                  </a:cubicBezTo>
                  <a:cubicBezTo>
                    <a:pt x="678" y="844"/>
                    <a:pt x="533" y="892"/>
                    <a:pt x="508" y="903"/>
                  </a:cubicBezTo>
                  <a:cubicBezTo>
                    <a:pt x="482" y="914"/>
                    <a:pt x="440" y="931"/>
                    <a:pt x="395" y="931"/>
                  </a:cubicBezTo>
                  <a:cubicBezTo>
                    <a:pt x="349" y="931"/>
                    <a:pt x="308" y="914"/>
                    <a:pt x="283" y="903"/>
                  </a:cubicBezTo>
                  <a:cubicBezTo>
                    <a:pt x="257" y="892"/>
                    <a:pt x="113" y="844"/>
                    <a:pt x="113" y="734"/>
                  </a:cubicBezTo>
                  <a:cubicBezTo>
                    <a:pt x="113" y="720"/>
                    <a:pt x="113" y="649"/>
                    <a:pt x="113" y="649"/>
                  </a:cubicBezTo>
                  <a:lnTo>
                    <a:pt x="54" y="609"/>
                  </a:lnTo>
                  <a:cubicBezTo>
                    <a:pt x="37" y="598"/>
                    <a:pt x="29" y="581"/>
                    <a:pt x="29" y="562"/>
                  </a:cubicBezTo>
                  <a:lnTo>
                    <a:pt x="29" y="451"/>
                  </a:lnTo>
                  <a:lnTo>
                    <a:pt x="113" y="451"/>
                  </a:lnTo>
                  <a:cubicBezTo>
                    <a:pt x="113" y="432"/>
                    <a:pt x="113" y="412"/>
                    <a:pt x="113" y="395"/>
                  </a:cubicBezTo>
                  <a:cubicBezTo>
                    <a:pt x="113" y="344"/>
                    <a:pt x="136" y="310"/>
                    <a:pt x="170" y="282"/>
                  </a:cubicBezTo>
                </a:path>
              </a:pathLst>
            </a:custGeom>
            <a:noFill/>
            <a:ln w="762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12">
              <a:extLst>
                <a:ext uri="{FF2B5EF4-FFF2-40B4-BE49-F238E27FC236}">
                  <a16:creationId xmlns:a16="http://schemas.microsoft.com/office/drawing/2014/main" id="{BADDE8DB-D95F-4AD8-5B09-A1233A664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375" y="4289425"/>
              <a:ext cx="20638" cy="80963"/>
            </a:xfrm>
            <a:custGeom>
              <a:avLst/>
              <a:gdLst>
                <a:gd name="T0" fmla="*/ 29 w 58"/>
                <a:gd name="T1" fmla="*/ 0 h 226"/>
                <a:gd name="T2" fmla="*/ 0 w 58"/>
                <a:gd name="T3" fmla="*/ 84 h 226"/>
                <a:gd name="T4" fmla="*/ 0 w 58"/>
                <a:gd name="T5" fmla="*/ 141 h 226"/>
                <a:gd name="T6" fmla="*/ 57 w 58"/>
                <a:gd name="T7" fmla="*/ 225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8" h="226">
                  <a:moveTo>
                    <a:pt x="29" y="0"/>
                  </a:moveTo>
                  <a:cubicBezTo>
                    <a:pt x="14" y="14"/>
                    <a:pt x="0" y="34"/>
                    <a:pt x="0" y="84"/>
                  </a:cubicBezTo>
                  <a:cubicBezTo>
                    <a:pt x="0" y="104"/>
                    <a:pt x="0" y="132"/>
                    <a:pt x="0" y="141"/>
                  </a:cubicBezTo>
                  <a:cubicBezTo>
                    <a:pt x="0" y="189"/>
                    <a:pt x="31" y="217"/>
                    <a:pt x="57" y="225"/>
                  </a:cubicBezTo>
                </a:path>
              </a:pathLst>
            </a:custGeom>
            <a:noFill/>
            <a:ln w="762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Line 113">
              <a:extLst>
                <a:ext uri="{FF2B5EF4-FFF2-40B4-BE49-F238E27FC236}">
                  <a16:creationId xmlns:a16="http://schemas.microsoft.com/office/drawing/2014/main" id="{964CB707-66C5-D8CD-2125-485967A4A6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7850" y="4370388"/>
              <a:ext cx="1588" cy="20637"/>
            </a:xfrm>
            <a:prstGeom prst="line">
              <a:avLst/>
            </a:prstGeom>
            <a:noFill/>
            <a:ln w="762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Line 114">
              <a:extLst>
                <a:ext uri="{FF2B5EF4-FFF2-40B4-BE49-F238E27FC236}">
                  <a16:creationId xmlns:a16="http://schemas.microsoft.com/office/drawing/2014/main" id="{BD8CA5E4-7DCC-C238-7764-884BE15846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4650" y="4370388"/>
              <a:ext cx="1588" cy="20637"/>
            </a:xfrm>
            <a:prstGeom prst="line">
              <a:avLst/>
            </a:prstGeom>
            <a:noFill/>
            <a:ln w="762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7" name="Grouper 136">
            <a:extLst>
              <a:ext uri="{FF2B5EF4-FFF2-40B4-BE49-F238E27FC236}">
                <a16:creationId xmlns:a16="http://schemas.microsoft.com/office/drawing/2014/main" id="{84E166A7-197F-A851-0B6D-33BA8833DF98}"/>
              </a:ext>
            </a:extLst>
          </p:cNvPr>
          <p:cNvGrpSpPr/>
          <p:nvPr/>
        </p:nvGrpSpPr>
        <p:grpSpPr>
          <a:xfrm>
            <a:off x="4924319" y="3149046"/>
            <a:ext cx="1229402" cy="1368759"/>
            <a:chOff x="730250" y="4208463"/>
            <a:chExt cx="407988" cy="477837"/>
          </a:xfrm>
        </p:grpSpPr>
        <p:sp>
          <p:nvSpPr>
            <p:cNvPr id="18" name="Freeform 115">
              <a:extLst>
                <a:ext uri="{FF2B5EF4-FFF2-40B4-BE49-F238E27FC236}">
                  <a16:creationId xmlns:a16="http://schemas.microsoft.com/office/drawing/2014/main" id="{BF0736A6-9F14-F856-280E-ADEAEE6EF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250" y="4513263"/>
              <a:ext cx="142875" cy="173037"/>
            </a:xfrm>
            <a:custGeom>
              <a:avLst/>
              <a:gdLst>
                <a:gd name="T0" fmla="*/ 395 w 396"/>
                <a:gd name="T1" fmla="*/ 0 h 480"/>
                <a:gd name="T2" fmla="*/ 395 w 396"/>
                <a:gd name="T3" fmla="*/ 141 h 480"/>
                <a:gd name="T4" fmla="*/ 310 w 396"/>
                <a:gd name="T5" fmla="*/ 220 h 480"/>
                <a:gd name="T6" fmla="*/ 141 w 396"/>
                <a:gd name="T7" fmla="*/ 265 h 480"/>
                <a:gd name="T8" fmla="*/ 0 w 396"/>
                <a:gd name="T9" fmla="*/ 395 h 480"/>
                <a:gd name="T10" fmla="*/ 0 w 396"/>
                <a:gd name="T11" fmla="*/ 47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6" h="480">
                  <a:moveTo>
                    <a:pt x="395" y="0"/>
                  </a:moveTo>
                  <a:lnTo>
                    <a:pt x="395" y="141"/>
                  </a:lnTo>
                  <a:cubicBezTo>
                    <a:pt x="395" y="186"/>
                    <a:pt x="355" y="208"/>
                    <a:pt x="310" y="220"/>
                  </a:cubicBezTo>
                  <a:lnTo>
                    <a:pt x="141" y="265"/>
                  </a:lnTo>
                  <a:cubicBezTo>
                    <a:pt x="64" y="285"/>
                    <a:pt x="2" y="341"/>
                    <a:pt x="0" y="395"/>
                  </a:cubicBezTo>
                  <a:lnTo>
                    <a:pt x="0" y="479"/>
                  </a:lnTo>
                </a:path>
              </a:pathLst>
            </a:custGeom>
            <a:noFill/>
            <a:ln w="762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16">
              <a:extLst>
                <a:ext uri="{FF2B5EF4-FFF2-40B4-BE49-F238E27FC236}">
                  <a16:creationId xmlns:a16="http://schemas.microsoft.com/office/drawing/2014/main" id="{0C795A59-5301-25AB-2BB0-5FC2BAB02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363" y="4513263"/>
              <a:ext cx="142875" cy="173037"/>
            </a:xfrm>
            <a:custGeom>
              <a:avLst/>
              <a:gdLst>
                <a:gd name="T0" fmla="*/ 0 w 396"/>
                <a:gd name="T1" fmla="*/ 0 h 480"/>
                <a:gd name="T2" fmla="*/ 0 w 396"/>
                <a:gd name="T3" fmla="*/ 141 h 480"/>
                <a:gd name="T4" fmla="*/ 85 w 396"/>
                <a:gd name="T5" fmla="*/ 220 h 480"/>
                <a:gd name="T6" fmla="*/ 254 w 396"/>
                <a:gd name="T7" fmla="*/ 265 h 480"/>
                <a:gd name="T8" fmla="*/ 395 w 396"/>
                <a:gd name="T9" fmla="*/ 395 h 480"/>
                <a:gd name="T10" fmla="*/ 395 w 396"/>
                <a:gd name="T11" fmla="*/ 47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6" h="480">
                  <a:moveTo>
                    <a:pt x="0" y="0"/>
                  </a:moveTo>
                  <a:lnTo>
                    <a:pt x="0" y="141"/>
                  </a:lnTo>
                  <a:cubicBezTo>
                    <a:pt x="0" y="186"/>
                    <a:pt x="40" y="208"/>
                    <a:pt x="85" y="220"/>
                  </a:cubicBezTo>
                  <a:lnTo>
                    <a:pt x="254" y="265"/>
                  </a:lnTo>
                  <a:cubicBezTo>
                    <a:pt x="330" y="285"/>
                    <a:pt x="392" y="341"/>
                    <a:pt x="395" y="395"/>
                  </a:cubicBezTo>
                  <a:lnTo>
                    <a:pt x="395" y="479"/>
                  </a:lnTo>
                </a:path>
              </a:pathLst>
            </a:custGeom>
            <a:noFill/>
            <a:ln w="762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117">
              <a:extLst>
                <a:ext uri="{FF2B5EF4-FFF2-40B4-BE49-F238E27FC236}">
                  <a16:creationId xmlns:a16="http://schemas.microsoft.com/office/drawing/2014/main" id="{89C43785-9D6D-5691-3E98-4451E2608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163" y="4208463"/>
              <a:ext cx="284162" cy="376237"/>
            </a:xfrm>
            <a:custGeom>
              <a:avLst/>
              <a:gdLst>
                <a:gd name="T0" fmla="*/ 0 w 791"/>
                <a:gd name="T1" fmla="*/ 1044 h 1045"/>
                <a:gd name="T2" fmla="*/ 0 w 791"/>
                <a:gd name="T3" fmla="*/ 395 h 1045"/>
                <a:gd name="T4" fmla="*/ 395 w 791"/>
                <a:gd name="T5" fmla="*/ 0 h 1045"/>
                <a:gd name="T6" fmla="*/ 790 w 791"/>
                <a:gd name="T7" fmla="*/ 395 h 1045"/>
                <a:gd name="T8" fmla="*/ 790 w 791"/>
                <a:gd name="T9" fmla="*/ 1044 h 1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1045">
                  <a:moveTo>
                    <a:pt x="0" y="1044"/>
                  </a:moveTo>
                  <a:lnTo>
                    <a:pt x="0" y="395"/>
                  </a:lnTo>
                  <a:cubicBezTo>
                    <a:pt x="0" y="178"/>
                    <a:pt x="178" y="0"/>
                    <a:pt x="395" y="0"/>
                  </a:cubicBezTo>
                  <a:cubicBezTo>
                    <a:pt x="612" y="0"/>
                    <a:pt x="790" y="178"/>
                    <a:pt x="790" y="395"/>
                  </a:cubicBezTo>
                  <a:lnTo>
                    <a:pt x="790" y="1044"/>
                  </a:lnTo>
                </a:path>
              </a:pathLst>
            </a:custGeom>
            <a:noFill/>
            <a:ln w="762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118">
              <a:extLst>
                <a:ext uri="{FF2B5EF4-FFF2-40B4-BE49-F238E27FC236}">
                  <a16:creationId xmlns:a16="http://schemas.microsoft.com/office/drawing/2014/main" id="{95DEABF7-E59A-043D-BBB7-8853CC20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" y="4278313"/>
              <a:ext cx="203200" cy="254000"/>
            </a:xfrm>
            <a:custGeom>
              <a:avLst/>
              <a:gdLst>
                <a:gd name="T0" fmla="*/ 141 w 565"/>
                <a:gd name="T1" fmla="*/ 85 h 707"/>
                <a:gd name="T2" fmla="*/ 0 w 565"/>
                <a:gd name="T3" fmla="*/ 311 h 707"/>
                <a:gd name="T4" fmla="*/ 0 w 565"/>
                <a:gd name="T5" fmla="*/ 508 h 707"/>
                <a:gd name="T6" fmla="*/ 169 w 565"/>
                <a:gd name="T7" fmla="*/ 678 h 707"/>
                <a:gd name="T8" fmla="*/ 282 w 565"/>
                <a:gd name="T9" fmla="*/ 706 h 707"/>
                <a:gd name="T10" fmla="*/ 395 w 565"/>
                <a:gd name="T11" fmla="*/ 678 h 707"/>
                <a:gd name="T12" fmla="*/ 564 w 565"/>
                <a:gd name="T13" fmla="*/ 508 h 707"/>
                <a:gd name="T14" fmla="*/ 564 w 565"/>
                <a:gd name="T15" fmla="*/ 283 h 707"/>
                <a:gd name="T16" fmla="*/ 338 w 565"/>
                <a:gd name="T17" fmla="*/ 170 h 707"/>
                <a:gd name="T18" fmla="*/ 113 w 565"/>
                <a:gd name="T19" fmla="*/ 0 h 7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5" h="707">
                  <a:moveTo>
                    <a:pt x="141" y="85"/>
                  </a:moveTo>
                  <a:cubicBezTo>
                    <a:pt x="98" y="125"/>
                    <a:pt x="0" y="218"/>
                    <a:pt x="0" y="311"/>
                  </a:cubicBezTo>
                  <a:cubicBezTo>
                    <a:pt x="0" y="379"/>
                    <a:pt x="0" y="460"/>
                    <a:pt x="0" y="508"/>
                  </a:cubicBezTo>
                  <a:cubicBezTo>
                    <a:pt x="0" y="618"/>
                    <a:pt x="144" y="667"/>
                    <a:pt x="169" y="678"/>
                  </a:cubicBezTo>
                  <a:cubicBezTo>
                    <a:pt x="194" y="690"/>
                    <a:pt x="237" y="706"/>
                    <a:pt x="282" y="706"/>
                  </a:cubicBezTo>
                  <a:cubicBezTo>
                    <a:pt x="327" y="706"/>
                    <a:pt x="369" y="690"/>
                    <a:pt x="395" y="678"/>
                  </a:cubicBezTo>
                  <a:cubicBezTo>
                    <a:pt x="420" y="667"/>
                    <a:pt x="564" y="618"/>
                    <a:pt x="564" y="508"/>
                  </a:cubicBezTo>
                  <a:cubicBezTo>
                    <a:pt x="564" y="460"/>
                    <a:pt x="564" y="350"/>
                    <a:pt x="564" y="283"/>
                  </a:cubicBezTo>
                  <a:cubicBezTo>
                    <a:pt x="564" y="283"/>
                    <a:pt x="482" y="170"/>
                    <a:pt x="338" y="170"/>
                  </a:cubicBezTo>
                  <a:cubicBezTo>
                    <a:pt x="194" y="170"/>
                    <a:pt x="113" y="91"/>
                    <a:pt x="113" y="0"/>
                  </a:cubicBezTo>
                </a:path>
              </a:pathLst>
            </a:custGeom>
            <a:noFill/>
            <a:ln w="762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767B4FCE-A46B-988C-3C43-1D8DB20273B8}"/>
              </a:ext>
            </a:extLst>
          </p:cNvPr>
          <p:cNvSpPr/>
          <p:nvPr/>
        </p:nvSpPr>
        <p:spPr>
          <a:xfrm>
            <a:off x="6956139" y="4038051"/>
            <a:ext cx="842939" cy="6839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reeform 13">
            <a:extLst>
              <a:ext uri="{FF2B5EF4-FFF2-40B4-BE49-F238E27FC236}">
                <a16:creationId xmlns:a16="http://schemas.microsoft.com/office/drawing/2014/main" id="{972BA05C-E30A-B99E-919D-3077270E5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205" y="3927995"/>
            <a:ext cx="802420" cy="683955"/>
          </a:xfrm>
          <a:custGeom>
            <a:avLst/>
            <a:gdLst>
              <a:gd name="T0" fmla="*/ 84 w 1299"/>
              <a:gd name="T1" fmla="*/ 1044 h 1048"/>
              <a:gd name="T2" fmla="*/ 1298 w 1299"/>
              <a:gd name="T3" fmla="*/ 1044 h 1048"/>
              <a:gd name="T4" fmla="*/ 1298 w 1299"/>
              <a:gd name="T5" fmla="*/ 282 h 1048"/>
              <a:gd name="T6" fmla="*/ 1241 w 1299"/>
              <a:gd name="T7" fmla="*/ 226 h 1048"/>
              <a:gd name="T8" fmla="*/ 225 w 1299"/>
              <a:gd name="T9" fmla="*/ 226 h 1048"/>
              <a:gd name="T10" fmla="*/ 169 w 1299"/>
              <a:gd name="T11" fmla="*/ 282 h 1048"/>
              <a:gd name="T12" fmla="*/ 169 w 1299"/>
              <a:gd name="T13" fmla="*/ 954 h 1048"/>
              <a:gd name="T14" fmla="*/ 90 w 1299"/>
              <a:gd name="T15" fmla="*/ 1044 h 1048"/>
              <a:gd name="T16" fmla="*/ 0 w 1299"/>
              <a:gd name="T17" fmla="*/ 960 h 1048"/>
              <a:gd name="T18" fmla="*/ 0 w 1299"/>
              <a:gd name="T19" fmla="*/ 56 h 1048"/>
              <a:gd name="T20" fmla="*/ 56 w 1299"/>
              <a:gd name="T21" fmla="*/ 0 h 1048"/>
              <a:gd name="T22" fmla="*/ 423 w 1299"/>
              <a:gd name="T23" fmla="*/ 0 h 1048"/>
              <a:gd name="T24" fmla="*/ 507 w 1299"/>
              <a:gd name="T25" fmla="*/ 85 h 1048"/>
              <a:gd name="T26" fmla="*/ 1156 w 1299"/>
              <a:gd name="T27" fmla="*/ 85 h 1048"/>
              <a:gd name="T28" fmla="*/ 1156 w 1299"/>
              <a:gd name="T29" fmla="*/ 169 h 1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99" h="1048">
                <a:moveTo>
                  <a:pt x="84" y="1044"/>
                </a:moveTo>
                <a:lnTo>
                  <a:pt x="1298" y="1044"/>
                </a:lnTo>
                <a:lnTo>
                  <a:pt x="1298" y="282"/>
                </a:lnTo>
                <a:cubicBezTo>
                  <a:pt x="1298" y="251"/>
                  <a:pt x="1272" y="226"/>
                  <a:pt x="1241" y="226"/>
                </a:cubicBezTo>
                <a:lnTo>
                  <a:pt x="225" y="226"/>
                </a:lnTo>
                <a:cubicBezTo>
                  <a:pt x="194" y="226"/>
                  <a:pt x="169" y="251"/>
                  <a:pt x="169" y="282"/>
                </a:cubicBezTo>
                <a:lnTo>
                  <a:pt x="169" y="954"/>
                </a:lnTo>
                <a:cubicBezTo>
                  <a:pt x="169" y="999"/>
                  <a:pt x="135" y="1041"/>
                  <a:pt x="90" y="1044"/>
                </a:cubicBezTo>
                <a:cubicBezTo>
                  <a:pt x="42" y="1047"/>
                  <a:pt x="0" y="1008"/>
                  <a:pt x="0" y="960"/>
                </a:cubicBezTo>
                <a:lnTo>
                  <a:pt x="0" y="56"/>
                </a:lnTo>
                <a:cubicBezTo>
                  <a:pt x="0" y="25"/>
                  <a:pt x="25" y="0"/>
                  <a:pt x="56" y="0"/>
                </a:cubicBezTo>
                <a:lnTo>
                  <a:pt x="423" y="0"/>
                </a:lnTo>
                <a:lnTo>
                  <a:pt x="507" y="85"/>
                </a:lnTo>
                <a:lnTo>
                  <a:pt x="1156" y="85"/>
                </a:lnTo>
                <a:lnTo>
                  <a:pt x="1156" y="169"/>
                </a:lnTo>
              </a:path>
            </a:pathLst>
          </a:custGeom>
          <a:noFill/>
          <a:ln w="76200" cap="flat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72C88E-D094-6E76-CE68-474A61D7A5B2}"/>
              </a:ext>
            </a:extLst>
          </p:cNvPr>
          <p:cNvSpPr/>
          <p:nvPr/>
        </p:nvSpPr>
        <p:spPr>
          <a:xfrm>
            <a:off x="5161418" y="4129173"/>
            <a:ext cx="264802" cy="2976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A572EF-154E-1137-7754-126612DB333D}"/>
              </a:ext>
            </a:extLst>
          </p:cNvPr>
          <p:cNvSpPr/>
          <p:nvPr/>
        </p:nvSpPr>
        <p:spPr>
          <a:xfrm>
            <a:off x="4924373" y="3901099"/>
            <a:ext cx="264802" cy="325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" name="Grouper 4">
            <a:extLst>
              <a:ext uri="{FF2B5EF4-FFF2-40B4-BE49-F238E27FC236}">
                <a16:creationId xmlns:a16="http://schemas.microsoft.com/office/drawing/2014/main" id="{C340FED1-8EE5-2DD1-1B80-A105DE6C5023}"/>
              </a:ext>
            </a:extLst>
          </p:cNvPr>
          <p:cNvGrpSpPr/>
          <p:nvPr/>
        </p:nvGrpSpPr>
        <p:grpSpPr>
          <a:xfrm rot="235246">
            <a:off x="4380101" y="3934779"/>
            <a:ext cx="1034847" cy="1025567"/>
            <a:chOff x="4622800" y="1695450"/>
            <a:chExt cx="400050" cy="396875"/>
          </a:xfrm>
          <a:effectLst>
            <a:outerShdw blurRad="368300" dist="1905000" dir="12000000" sx="69000" sy="69000" algn="ctr" rotWithShape="0">
              <a:schemeClr val="bg1">
                <a:alpha val="98000"/>
              </a:schemeClr>
            </a:outerShdw>
          </a:effectLst>
        </p:grpSpPr>
        <p:sp>
          <p:nvSpPr>
            <p:cNvPr id="3" name="Freeform 12">
              <a:extLst>
                <a:ext uri="{FF2B5EF4-FFF2-40B4-BE49-F238E27FC236}">
                  <a16:creationId xmlns:a16="http://schemas.microsoft.com/office/drawing/2014/main" id="{F0AF2377-AD5D-9153-1F06-A06B08D63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2800" y="1724025"/>
              <a:ext cx="368300" cy="368300"/>
            </a:xfrm>
            <a:custGeom>
              <a:avLst/>
              <a:gdLst>
                <a:gd name="T0" fmla="*/ 324 w 1021"/>
                <a:gd name="T1" fmla="*/ 703 h 1022"/>
                <a:gd name="T2" fmla="*/ 922 w 1021"/>
                <a:gd name="T3" fmla="*/ 1021 h 1022"/>
                <a:gd name="T4" fmla="*/ 1020 w 1021"/>
                <a:gd name="T5" fmla="*/ 801 h 1022"/>
                <a:gd name="T6" fmla="*/ 780 w 1021"/>
                <a:gd name="T7" fmla="*/ 640 h 1022"/>
                <a:gd name="T8" fmla="*/ 682 w 1021"/>
                <a:gd name="T9" fmla="*/ 739 h 1022"/>
                <a:gd name="T10" fmla="*/ 443 w 1021"/>
                <a:gd name="T11" fmla="*/ 578 h 1022"/>
                <a:gd name="T12" fmla="*/ 282 w 1021"/>
                <a:gd name="T13" fmla="*/ 338 h 1022"/>
                <a:gd name="T14" fmla="*/ 381 w 1021"/>
                <a:gd name="T15" fmla="*/ 240 h 1022"/>
                <a:gd name="T16" fmla="*/ 220 w 1021"/>
                <a:gd name="T17" fmla="*/ 0 h 1022"/>
                <a:gd name="T18" fmla="*/ 0 w 1021"/>
                <a:gd name="T19" fmla="*/ 99 h 1022"/>
                <a:gd name="T20" fmla="*/ 324 w 1021"/>
                <a:gd name="T21" fmla="*/ 703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1" h="1022">
                  <a:moveTo>
                    <a:pt x="324" y="703"/>
                  </a:moveTo>
                  <a:cubicBezTo>
                    <a:pt x="584" y="962"/>
                    <a:pt x="831" y="1016"/>
                    <a:pt x="922" y="1021"/>
                  </a:cubicBezTo>
                  <a:cubicBezTo>
                    <a:pt x="981" y="937"/>
                    <a:pt x="1003" y="866"/>
                    <a:pt x="1020" y="801"/>
                  </a:cubicBezTo>
                  <a:cubicBezTo>
                    <a:pt x="958" y="739"/>
                    <a:pt x="865" y="677"/>
                    <a:pt x="780" y="640"/>
                  </a:cubicBezTo>
                  <a:lnTo>
                    <a:pt x="682" y="739"/>
                  </a:lnTo>
                  <a:cubicBezTo>
                    <a:pt x="648" y="731"/>
                    <a:pt x="556" y="691"/>
                    <a:pt x="443" y="578"/>
                  </a:cubicBezTo>
                  <a:cubicBezTo>
                    <a:pt x="330" y="465"/>
                    <a:pt x="293" y="372"/>
                    <a:pt x="282" y="338"/>
                  </a:cubicBezTo>
                  <a:lnTo>
                    <a:pt x="381" y="240"/>
                  </a:lnTo>
                  <a:cubicBezTo>
                    <a:pt x="344" y="155"/>
                    <a:pt x="282" y="65"/>
                    <a:pt x="220" y="0"/>
                  </a:cubicBezTo>
                  <a:cubicBezTo>
                    <a:pt x="158" y="17"/>
                    <a:pt x="87" y="42"/>
                    <a:pt x="0" y="99"/>
                  </a:cubicBezTo>
                  <a:cubicBezTo>
                    <a:pt x="11" y="195"/>
                    <a:pt x="65" y="443"/>
                    <a:pt x="324" y="703"/>
                  </a:cubicBezTo>
                </a:path>
              </a:pathLst>
            </a:custGeom>
            <a:noFill/>
            <a:ln w="762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" name="Line 13">
              <a:extLst>
                <a:ext uri="{FF2B5EF4-FFF2-40B4-BE49-F238E27FC236}">
                  <a16:creationId xmlns:a16="http://schemas.microsoft.com/office/drawing/2014/main" id="{F0F638B2-F1F9-3F61-1645-059ED0E5C8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7750" y="1695450"/>
              <a:ext cx="1588" cy="80963"/>
            </a:xfrm>
            <a:prstGeom prst="line">
              <a:avLst/>
            </a:prstGeom>
            <a:noFill/>
            <a:ln w="762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Line 14">
              <a:extLst>
                <a:ext uri="{FF2B5EF4-FFF2-40B4-BE49-F238E27FC236}">
                  <a16:creationId xmlns:a16="http://schemas.microsoft.com/office/drawing/2014/main" id="{66988090-48FA-BC25-EEBF-22621155B3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38713" y="1857375"/>
              <a:ext cx="84137" cy="1588"/>
            </a:xfrm>
            <a:prstGeom prst="line">
              <a:avLst/>
            </a:prstGeom>
            <a:noFill/>
            <a:ln w="762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Line 15">
              <a:extLst>
                <a:ext uri="{FF2B5EF4-FFF2-40B4-BE49-F238E27FC236}">
                  <a16:creationId xmlns:a16="http://schemas.microsoft.com/office/drawing/2014/main" id="{EB66C4F0-CAA7-54C5-520C-841E5153AA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26013" y="1776413"/>
              <a:ext cx="74612" cy="39687"/>
            </a:xfrm>
            <a:prstGeom prst="line">
              <a:avLst/>
            </a:prstGeom>
            <a:noFill/>
            <a:ln w="762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Line 16">
              <a:extLst>
                <a:ext uri="{FF2B5EF4-FFF2-40B4-BE49-F238E27FC236}">
                  <a16:creationId xmlns:a16="http://schemas.microsoft.com/office/drawing/2014/main" id="{AD2351D4-0C1F-CB7E-2ACA-2F9441616E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95850" y="1716088"/>
              <a:ext cx="44450" cy="71437"/>
            </a:xfrm>
            <a:prstGeom prst="line">
              <a:avLst/>
            </a:prstGeom>
            <a:noFill/>
            <a:ln w="762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618068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AF4A1-F49B-BB38-ADF6-037485F95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age 53">
            <a:extLst>
              <a:ext uri="{FF2B5EF4-FFF2-40B4-BE49-F238E27FC236}">
                <a16:creationId xmlns:a16="http://schemas.microsoft.com/office/drawing/2014/main" id="{C85A89F4-35EE-FEBF-E302-AADC35374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35" t="29847" r="66949" b="33800"/>
          <a:stretch>
            <a:fillRect/>
          </a:stretch>
        </p:blipFill>
        <p:spPr>
          <a:xfrm>
            <a:off x="6080496" y="2241356"/>
            <a:ext cx="1084601" cy="2493118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B05417CA-07D0-9688-3A83-3F1EB6E14459}"/>
              </a:ext>
            </a:extLst>
          </p:cNvPr>
          <p:cNvSpPr/>
          <p:nvPr/>
        </p:nvSpPr>
        <p:spPr>
          <a:xfrm>
            <a:off x="6736158" y="2239405"/>
            <a:ext cx="528573" cy="12333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956749D-5434-5D73-DFBE-A2C9F4240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55" name="Image 54">
            <a:extLst>
              <a:ext uri="{FF2B5EF4-FFF2-40B4-BE49-F238E27FC236}">
                <a16:creationId xmlns:a16="http://schemas.microsoft.com/office/drawing/2014/main" id="{368D8184-B820-30EB-6991-CA4D2C1B8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54" t="45076" r="31749" b="32234"/>
          <a:stretch>
            <a:fillRect/>
          </a:stretch>
        </p:blipFill>
        <p:spPr>
          <a:xfrm>
            <a:off x="3743961" y="2973149"/>
            <a:ext cx="2352039" cy="1556079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F11AA7B1-902C-1151-D04A-3BA0BCB1A0BF}"/>
              </a:ext>
            </a:extLst>
          </p:cNvPr>
          <p:cNvSpPr/>
          <p:nvPr/>
        </p:nvSpPr>
        <p:spPr>
          <a:xfrm>
            <a:off x="6886860" y="2630460"/>
            <a:ext cx="289560" cy="550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5" name="Grouper 46">
            <a:extLst>
              <a:ext uri="{FF2B5EF4-FFF2-40B4-BE49-F238E27FC236}">
                <a16:creationId xmlns:a16="http://schemas.microsoft.com/office/drawing/2014/main" id="{BCD83523-4A7D-23AE-3D44-B470073C5400}"/>
              </a:ext>
            </a:extLst>
          </p:cNvPr>
          <p:cNvGrpSpPr/>
          <p:nvPr/>
        </p:nvGrpSpPr>
        <p:grpSpPr>
          <a:xfrm rot="920092">
            <a:off x="6596163" y="3047059"/>
            <a:ext cx="480900" cy="438224"/>
            <a:chOff x="4055197" y="4220351"/>
            <a:chExt cx="284162" cy="295275"/>
          </a:xfrm>
        </p:grpSpPr>
        <p:sp>
          <p:nvSpPr>
            <p:cNvPr id="28" name="Freeform 36">
              <a:extLst>
                <a:ext uri="{FF2B5EF4-FFF2-40B4-BE49-F238E27FC236}">
                  <a16:creationId xmlns:a16="http://schemas.microsoft.com/office/drawing/2014/main" id="{E7FD34C8-D059-9F85-1868-D2B6DDFD3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6484" y="4333064"/>
              <a:ext cx="41275" cy="80962"/>
            </a:xfrm>
            <a:custGeom>
              <a:avLst/>
              <a:gdLst>
                <a:gd name="T0" fmla="*/ 0 w 113"/>
                <a:gd name="T1" fmla="*/ 0 h 226"/>
                <a:gd name="T2" fmla="*/ 112 w 113"/>
                <a:gd name="T3" fmla="*/ 113 h 226"/>
                <a:gd name="T4" fmla="*/ 0 w 113"/>
                <a:gd name="T5" fmla="*/ 225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" h="226">
                  <a:moveTo>
                    <a:pt x="0" y="0"/>
                  </a:moveTo>
                  <a:cubicBezTo>
                    <a:pt x="62" y="0"/>
                    <a:pt x="112" y="53"/>
                    <a:pt x="112" y="113"/>
                  </a:cubicBezTo>
                  <a:cubicBezTo>
                    <a:pt x="112" y="172"/>
                    <a:pt x="62" y="225"/>
                    <a:pt x="0" y="225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37">
              <a:extLst>
                <a:ext uri="{FF2B5EF4-FFF2-40B4-BE49-F238E27FC236}">
                  <a16:creationId xmlns:a16="http://schemas.microsoft.com/office/drawing/2014/main" id="{D91A99B6-911D-E30E-7F64-BC00DEC9C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5197" y="4220351"/>
              <a:ext cx="142875" cy="295275"/>
            </a:xfrm>
            <a:custGeom>
              <a:avLst/>
              <a:gdLst>
                <a:gd name="T0" fmla="*/ 855 w 904"/>
                <a:gd name="T1" fmla="*/ 17 h 820"/>
                <a:gd name="T2" fmla="*/ 507 w 904"/>
                <a:gd name="T3" fmla="*/ 226 h 820"/>
                <a:gd name="T4" fmla="*/ 169 w 904"/>
                <a:gd name="T5" fmla="*/ 226 h 820"/>
                <a:gd name="T6" fmla="*/ 0 w 904"/>
                <a:gd name="T7" fmla="*/ 395 h 820"/>
                <a:gd name="T8" fmla="*/ 0 w 904"/>
                <a:gd name="T9" fmla="*/ 424 h 820"/>
                <a:gd name="T10" fmla="*/ 169 w 904"/>
                <a:gd name="T11" fmla="*/ 593 h 820"/>
                <a:gd name="T12" fmla="*/ 507 w 904"/>
                <a:gd name="T13" fmla="*/ 593 h 820"/>
                <a:gd name="T14" fmla="*/ 855 w 904"/>
                <a:gd name="T15" fmla="*/ 802 h 820"/>
                <a:gd name="T16" fmla="*/ 903 w 904"/>
                <a:gd name="T17" fmla="*/ 782 h 820"/>
                <a:gd name="T18" fmla="*/ 903 w 904"/>
                <a:gd name="T19" fmla="*/ 40 h 820"/>
                <a:gd name="T20" fmla="*/ 855 w 904"/>
                <a:gd name="T21" fmla="*/ 17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4" h="820">
                  <a:moveTo>
                    <a:pt x="855" y="17"/>
                  </a:moveTo>
                  <a:cubicBezTo>
                    <a:pt x="744" y="119"/>
                    <a:pt x="603" y="226"/>
                    <a:pt x="507" y="226"/>
                  </a:cubicBezTo>
                  <a:lnTo>
                    <a:pt x="169" y="226"/>
                  </a:lnTo>
                  <a:cubicBezTo>
                    <a:pt x="76" y="226"/>
                    <a:pt x="0" y="302"/>
                    <a:pt x="0" y="395"/>
                  </a:cubicBezTo>
                  <a:lnTo>
                    <a:pt x="0" y="424"/>
                  </a:lnTo>
                  <a:cubicBezTo>
                    <a:pt x="0" y="517"/>
                    <a:pt x="76" y="593"/>
                    <a:pt x="169" y="593"/>
                  </a:cubicBezTo>
                  <a:lnTo>
                    <a:pt x="507" y="593"/>
                  </a:lnTo>
                  <a:cubicBezTo>
                    <a:pt x="603" y="593"/>
                    <a:pt x="744" y="700"/>
                    <a:pt x="855" y="802"/>
                  </a:cubicBezTo>
                  <a:cubicBezTo>
                    <a:pt x="871" y="819"/>
                    <a:pt x="903" y="805"/>
                    <a:pt x="903" y="782"/>
                  </a:cubicBezTo>
                  <a:lnTo>
                    <a:pt x="903" y="40"/>
                  </a:lnTo>
                  <a:cubicBezTo>
                    <a:pt x="903" y="14"/>
                    <a:pt x="874" y="0"/>
                    <a:pt x="855" y="17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" name="Freeform 39">
              <a:extLst>
                <a:ext uri="{FF2B5EF4-FFF2-40B4-BE49-F238E27FC236}">
                  <a16:creationId xmlns:a16="http://schemas.microsoft.com/office/drawing/2014/main" id="{57BD9F52-C6ED-9BFE-7909-1AAB0DFAF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972" y="4261626"/>
              <a:ext cx="52387" cy="223838"/>
            </a:xfrm>
            <a:custGeom>
              <a:avLst/>
              <a:gdLst>
                <a:gd name="T0" fmla="*/ 0 w 145"/>
                <a:gd name="T1" fmla="*/ 621 h 622"/>
                <a:gd name="T2" fmla="*/ 144 w 145"/>
                <a:gd name="T3" fmla="*/ 311 h 622"/>
                <a:gd name="T4" fmla="*/ 0 w 145"/>
                <a:gd name="T5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5" h="622">
                  <a:moveTo>
                    <a:pt x="0" y="621"/>
                  </a:moveTo>
                  <a:cubicBezTo>
                    <a:pt x="90" y="536"/>
                    <a:pt x="144" y="432"/>
                    <a:pt x="144" y="311"/>
                  </a:cubicBezTo>
                  <a:cubicBezTo>
                    <a:pt x="144" y="189"/>
                    <a:pt x="90" y="85"/>
                    <a:pt x="0" y="0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Freeform 40">
              <a:extLst>
                <a:ext uri="{FF2B5EF4-FFF2-40B4-BE49-F238E27FC236}">
                  <a16:creationId xmlns:a16="http://schemas.microsoft.com/office/drawing/2014/main" id="{656A3427-B5F4-3FCE-CA55-8BF20155F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284" y="4282264"/>
              <a:ext cx="41275" cy="182562"/>
            </a:xfrm>
            <a:custGeom>
              <a:avLst/>
              <a:gdLst>
                <a:gd name="T0" fmla="*/ 0 w 113"/>
                <a:gd name="T1" fmla="*/ 508 h 509"/>
                <a:gd name="T2" fmla="*/ 112 w 113"/>
                <a:gd name="T3" fmla="*/ 254 h 509"/>
                <a:gd name="T4" fmla="*/ 0 w 113"/>
                <a:gd name="T5" fmla="*/ 0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" h="509">
                  <a:moveTo>
                    <a:pt x="0" y="508"/>
                  </a:moveTo>
                  <a:cubicBezTo>
                    <a:pt x="70" y="437"/>
                    <a:pt x="112" y="352"/>
                    <a:pt x="112" y="254"/>
                  </a:cubicBezTo>
                  <a:cubicBezTo>
                    <a:pt x="112" y="155"/>
                    <a:pt x="70" y="70"/>
                    <a:pt x="0" y="0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8" name="Grouper 46">
            <a:extLst>
              <a:ext uri="{FF2B5EF4-FFF2-40B4-BE49-F238E27FC236}">
                <a16:creationId xmlns:a16="http://schemas.microsoft.com/office/drawing/2014/main" id="{E2606A94-E042-DB70-D3C0-B43A385B7D5A}"/>
              </a:ext>
            </a:extLst>
          </p:cNvPr>
          <p:cNvGrpSpPr/>
          <p:nvPr/>
        </p:nvGrpSpPr>
        <p:grpSpPr>
          <a:xfrm rot="156492">
            <a:off x="6666887" y="2572171"/>
            <a:ext cx="480900" cy="438224"/>
            <a:chOff x="4055197" y="4220351"/>
            <a:chExt cx="284162" cy="295275"/>
          </a:xfrm>
        </p:grpSpPr>
        <p:sp>
          <p:nvSpPr>
            <p:cNvPr id="59" name="Freeform 36">
              <a:extLst>
                <a:ext uri="{FF2B5EF4-FFF2-40B4-BE49-F238E27FC236}">
                  <a16:creationId xmlns:a16="http://schemas.microsoft.com/office/drawing/2014/main" id="{A49802DC-E050-2853-123C-1BA27B371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6484" y="4333064"/>
              <a:ext cx="41275" cy="80962"/>
            </a:xfrm>
            <a:custGeom>
              <a:avLst/>
              <a:gdLst>
                <a:gd name="T0" fmla="*/ 0 w 113"/>
                <a:gd name="T1" fmla="*/ 0 h 226"/>
                <a:gd name="T2" fmla="*/ 112 w 113"/>
                <a:gd name="T3" fmla="*/ 113 h 226"/>
                <a:gd name="T4" fmla="*/ 0 w 113"/>
                <a:gd name="T5" fmla="*/ 225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" h="226">
                  <a:moveTo>
                    <a:pt x="0" y="0"/>
                  </a:moveTo>
                  <a:cubicBezTo>
                    <a:pt x="62" y="0"/>
                    <a:pt x="112" y="53"/>
                    <a:pt x="112" y="113"/>
                  </a:cubicBezTo>
                  <a:cubicBezTo>
                    <a:pt x="112" y="172"/>
                    <a:pt x="62" y="225"/>
                    <a:pt x="0" y="225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0" name="Freeform 37">
              <a:extLst>
                <a:ext uri="{FF2B5EF4-FFF2-40B4-BE49-F238E27FC236}">
                  <a16:creationId xmlns:a16="http://schemas.microsoft.com/office/drawing/2014/main" id="{0499171D-60A6-A5CC-99A0-C79740458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5197" y="4220351"/>
              <a:ext cx="142875" cy="295275"/>
            </a:xfrm>
            <a:custGeom>
              <a:avLst/>
              <a:gdLst>
                <a:gd name="T0" fmla="*/ 855 w 904"/>
                <a:gd name="T1" fmla="*/ 17 h 820"/>
                <a:gd name="T2" fmla="*/ 507 w 904"/>
                <a:gd name="T3" fmla="*/ 226 h 820"/>
                <a:gd name="T4" fmla="*/ 169 w 904"/>
                <a:gd name="T5" fmla="*/ 226 h 820"/>
                <a:gd name="T6" fmla="*/ 0 w 904"/>
                <a:gd name="T7" fmla="*/ 395 h 820"/>
                <a:gd name="T8" fmla="*/ 0 w 904"/>
                <a:gd name="T9" fmla="*/ 424 h 820"/>
                <a:gd name="T10" fmla="*/ 169 w 904"/>
                <a:gd name="T11" fmla="*/ 593 h 820"/>
                <a:gd name="T12" fmla="*/ 507 w 904"/>
                <a:gd name="T13" fmla="*/ 593 h 820"/>
                <a:gd name="T14" fmla="*/ 855 w 904"/>
                <a:gd name="T15" fmla="*/ 802 h 820"/>
                <a:gd name="T16" fmla="*/ 903 w 904"/>
                <a:gd name="T17" fmla="*/ 782 h 820"/>
                <a:gd name="T18" fmla="*/ 903 w 904"/>
                <a:gd name="T19" fmla="*/ 40 h 820"/>
                <a:gd name="T20" fmla="*/ 855 w 904"/>
                <a:gd name="T21" fmla="*/ 17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4" h="820">
                  <a:moveTo>
                    <a:pt x="855" y="17"/>
                  </a:moveTo>
                  <a:cubicBezTo>
                    <a:pt x="744" y="119"/>
                    <a:pt x="603" y="226"/>
                    <a:pt x="507" y="226"/>
                  </a:cubicBezTo>
                  <a:lnTo>
                    <a:pt x="169" y="226"/>
                  </a:lnTo>
                  <a:cubicBezTo>
                    <a:pt x="76" y="226"/>
                    <a:pt x="0" y="302"/>
                    <a:pt x="0" y="395"/>
                  </a:cubicBezTo>
                  <a:lnTo>
                    <a:pt x="0" y="424"/>
                  </a:lnTo>
                  <a:cubicBezTo>
                    <a:pt x="0" y="517"/>
                    <a:pt x="76" y="593"/>
                    <a:pt x="169" y="593"/>
                  </a:cubicBezTo>
                  <a:lnTo>
                    <a:pt x="507" y="593"/>
                  </a:lnTo>
                  <a:cubicBezTo>
                    <a:pt x="603" y="593"/>
                    <a:pt x="744" y="700"/>
                    <a:pt x="855" y="802"/>
                  </a:cubicBezTo>
                  <a:cubicBezTo>
                    <a:pt x="871" y="819"/>
                    <a:pt x="903" y="805"/>
                    <a:pt x="903" y="782"/>
                  </a:cubicBezTo>
                  <a:lnTo>
                    <a:pt x="903" y="40"/>
                  </a:lnTo>
                  <a:cubicBezTo>
                    <a:pt x="903" y="14"/>
                    <a:pt x="874" y="0"/>
                    <a:pt x="855" y="17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" name="Freeform 39">
              <a:extLst>
                <a:ext uri="{FF2B5EF4-FFF2-40B4-BE49-F238E27FC236}">
                  <a16:creationId xmlns:a16="http://schemas.microsoft.com/office/drawing/2014/main" id="{91F41D0F-5356-80CB-A994-289BD953D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972" y="4261626"/>
              <a:ext cx="52387" cy="223838"/>
            </a:xfrm>
            <a:custGeom>
              <a:avLst/>
              <a:gdLst>
                <a:gd name="T0" fmla="*/ 0 w 145"/>
                <a:gd name="T1" fmla="*/ 621 h 622"/>
                <a:gd name="T2" fmla="*/ 144 w 145"/>
                <a:gd name="T3" fmla="*/ 311 h 622"/>
                <a:gd name="T4" fmla="*/ 0 w 145"/>
                <a:gd name="T5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5" h="622">
                  <a:moveTo>
                    <a:pt x="0" y="621"/>
                  </a:moveTo>
                  <a:cubicBezTo>
                    <a:pt x="90" y="536"/>
                    <a:pt x="144" y="432"/>
                    <a:pt x="144" y="311"/>
                  </a:cubicBezTo>
                  <a:cubicBezTo>
                    <a:pt x="144" y="189"/>
                    <a:pt x="90" y="85"/>
                    <a:pt x="0" y="0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2" name="Freeform 40">
              <a:extLst>
                <a:ext uri="{FF2B5EF4-FFF2-40B4-BE49-F238E27FC236}">
                  <a16:creationId xmlns:a16="http://schemas.microsoft.com/office/drawing/2014/main" id="{949613D3-0F39-3867-49B5-B2CFD7376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284" y="4282264"/>
              <a:ext cx="41275" cy="182562"/>
            </a:xfrm>
            <a:custGeom>
              <a:avLst/>
              <a:gdLst>
                <a:gd name="T0" fmla="*/ 0 w 113"/>
                <a:gd name="T1" fmla="*/ 508 h 509"/>
                <a:gd name="T2" fmla="*/ 112 w 113"/>
                <a:gd name="T3" fmla="*/ 254 h 509"/>
                <a:gd name="T4" fmla="*/ 0 w 113"/>
                <a:gd name="T5" fmla="*/ 0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" h="509">
                  <a:moveTo>
                    <a:pt x="0" y="508"/>
                  </a:moveTo>
                  <a:cubicBezTo>
                    <a:pt x="70" y="437"/>
                    <a:pt x="112" y="352"/>
                    <a:pt x="112" y="254"/>
                  </a:cubicBezTo>
                  <a:cubicBezTo>
                    <a:pt x="112" y="155"/>
                    <a:pt x="70" y="70"/>
                    <a:pt x="0" y="0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3" name="Organigramme : Bande perforée 62">
            <a:extLst>
              <a:ext uri="{FF2B5EF4-FFF2-40B4-BE49-F238E27FC236}">
                <a16:creationId xmlns:a16="http://schemas.microsoft.com/office/drawing/2014/main" id="{28575574-7845-FE13-AED9-5271E9CD65E2}"/>
              </a:ext>
            </a:extLst>
          </p:cNvPr>
          <p:cNvSpPr/>
          <p:nvPr/>
        </p:nvSpPr>
        <p:spPr>
          <a:xfrm rot="6009301">
            <a:off x="5823474" y="2343787"/>
            <a:ext cx="1544771" cy="626786"/>
          </a:xfrm>
          <a:prstGeom prst="flowChartPunchedTap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D4948A6-BE41-F679-9DB4-84ADDCD2A143}"/>
              </a:ext>
            </a:extLst>
          </p:cNvPr>
          <p:cNvSpPr/>
          <p:nvPr/>
        </p:nvSpPr>
        <p:spPr>
          <a:xfrm>
            <a:off x="6112538" y="2023527"/>
            <a:ext cx="266272" cy="7981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3B26F1E-E671-6EC1-112A-FE172BDF4ECD}"/>
              </a:ext>
            </a:extLst>
          </p:cNvPr>
          <p:cNvSpPr/>
          <p:nvPr/>
        </p:nvSpPr>
        <p:spPr>
          <a:xfrm>
            <a:off x="6311811" y="1789909"/>
            <a:ext cx="707428" cy="583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B3A6854-D444-73FD-17DC-7EE662E6B0BC}"/>
              </a:ext>
            </a:extLst>
          </p:cNvPr>
          <p:cNvSpPr/>
          <p:nvPr/>
        </p:nvSpPr>
        <p:spPr>
          <a:xfrm>
            <a:off x="6366502" y="2011746"/>
            <a:ext cx="502648" cy="84036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73" name="Grouper 46">
            <a:extLst>
              <a:ext uri="{FF2B5EF4-FFF2-40B4-BE49-F238E27FC236}">
                <a16:creationId xmlns:a16="http://schemas.microsoft.com/office/drawing/2014/main" id="{20655472-F636-B4EC-1488-3579CE05CAFC}"/>
              </a:ext>
            </a:extLst>
          </p:cNvPr>
          <p:cNvGrpSpPr/>
          <p:nvPr/>
        </p:nvGrpSpPr>
        <p:grpSpPr>
          <a:xfrm>
            <a:off x="6665923" y="2072125"/>
            <a:ext cx="480900" cy="438224"/>
            <a:chOff x="4055197" y="4220351"/>
            <a:chExt cx="284162" cy="295275"/>
          </a:xfrm>
        </p:grpSpPr>
        <p:sp>
          <p:nvSpPr>
            <p:cNvPr id="74" name="Freeform 36">
              <a:extLst>
                <a:ext uri="{FF2B5EF4-FFF2-40B4-BE49-F238E27FC236}">
                  <a16:creationId xmlns:a16="http://schemas.microsoft.com/office/drawing/2014/main" id="{30352C63-62DF-F89B-0560-977F83A65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6484" y="4333064"/>
              <a:ext cx="41275" cy="80962"/>
            </a:xfrm>
            <a:custGeom>
              <a:avLst/>
              <a:gdLst>
                <a:gd name="T0" fmla="*/ 0 w 113"/>
                <a:gd name="T1" fmla="*/ 0 h 226"/>
                <a:gd name="T2" fmla="*/ 112 w 113"/>
                <a:gd name="T3" fmla="*/ 113 h 226"/>
                <a:gd name="T4" fmla="*/ 0 w 113"/>
                <a:gd name="T5" fmla="*/ 225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" h="226">
                  <a:moveTo>
                    <a:pt x="0" y="0"/>
                  </a:moveTo>
                  <a:cubicBezTo>
                    <a:pt x="62" y="0"/>
                    <a:pt x="112" y="53"/>
                    <a:pt x="112" y="113"/>
                  </a:cubicBezTo>
                  <a:cubicBezTo>
                    <a:pt x="112" y="172"/>
                    <a:pt x="62" y="225"/>
                    <a:pt x="0" y="225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63BA9596-85BF-E5D0-F33A-7B05460DC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5197" y="4220351"/>
              <a:ext cx="142875" cy="295275"/>
            </a:xfrm>
            <a:custGeom>
              <a:avLst/>
              <a:gdLst>
                <a:gd name="T0" fmla="*/ 855 w 904"/>
                <a:gd name="T1" fmla="*/ 17 h 820"/>
                <a:gd name="T2" fmla="*/ 507 w 904"/>
                <a:gd name="T3" fmla="*/ 226 h 820"/>
                <a:gd name="T4" fmla="*/ 169 w 904"/>
                <a:gd name="T5" fmla="*/ 226 h 820"/>
                <a:gd name="T6" fmla="*/ 0 w 904"/>
                <a:gd name="T7" fmla="*/ 395 h 820"/>
                <a:gd name="T8" fmla="*/ 0 w 904"/>
                <a:gd name="T9" fmla="*/ 424 h 820"/>
                <a:gd name="T10" fmla="*/ 169 w 904"/>
                <a:gd name="T11" fmla="*/ 593 h 820"/>
                <a:gd name="T12" fmla="*/ 507 w 904"/>
                <a:gd name="T13" fmla="*/ 593 h 820"/>
                <a:gd name="T14" fmla="*/ 855 w 904"/>
                <a:gd name="T15" fmla="*/ 802 h 820"/>
                <a:gd name="T16" fmla="*/ 903 w 904"/>
                <a:gd name="T17" fmla="*/ 782 h 820"/>
                <a:gd name="T18" fmla="*/ 903 w 904"/>
                <a:gd name="T19" fmla="*/ 40 h 820"/>
                <a:gd name="T20" fmla="*/ 855 w 904"/>
                <a:gd name="T21" fmla="*/ 17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4" h="820">
                  <a:moveTo>
                    <a:pt x="855" y="17"/>
                  </a:moveTo>
                  <a:cubicBezTo>
                    <a:pt x="744" y="119"/>
                    <a:pt x="603" y="226"/>
                    <a:pt x="507" y="226"/>
                  </a:cubicBezTo>
                  <a:lnTo>
                    <a:pt x="169" y="226"/>
                  </a:lnTo>
                  <a:cubicBezTo>
                    <a:pt x="76" y="226"/>
                    <a:pt x="0" y="302"/>
                    <a:pt x="0" y="395"/>
                  </a:cubicBezTo>
                  <a:lnTo>
                    <a:pt x="0" y="424"/>
                  </a:lnTo>
                  <a:cubicBezTo>
                    <a:pt x="0" y="517"/>
                    <a:pt x="76" y="593"/>
                    <a:pt x="169" y="593"/>
                  </a:cubicBezTo>
                  <a:lnTo>
                    <a:pt x="507" y="593"/>
                  </a:lnTo>
                  <a:cubicBezTo>
                    <a:pt x="603" y="593"/>
                    <a:pt x="744" y="700"/>
                    <a:pt x="855" y="802"/>
                  </a:cubicBezTo>
                  <a:cubicBezTo>
                    <a:pt x="871" y="819"/>
                    <a:pt x="903" y="805"/>
                    <a:pt x="903" y="782"/>
                  </a:cubicBezTo>
                  <a:lnTo>
                    <a:pt x="903" y="40"/>
                  </a:lnTo>
                  <a:cubicBezTo>
                    <a:pt x="903" y="14"/>
                    <a:pt x="874" y="0"/>
                    <a:pt x="855" y="17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6" name="Freeform 39">
              <a:extLst>
                <a:ext uri="{FF2B5EF4-FFF2-40B4-BE49-F238E27FC236}">
                  <a16:creationId xmlns:a16="http://schemas.microsoft.com/office/drawing/2014/main" id="{E76A7593-8178-459C-4F16-FC35949B1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972" y="4261626"/>
              <a:ext cx="52387" cy="223838"/>
            </a:xfrm>
            <a:custGeom>
              <a:avLst/>
              <a:gdLst>
                <a:gd name="T0" fmla="*/ 0 w 145"/>
                <a:gd name="T1" fmla="*/ 621 h 622"/>
                <a:gd name="T2" fmla="*/ 144 w 145"/>
                <a:gd name="T3" fmla="*/ 311 h 622"/>
                <a:gd name="T4" fmla="*/ 0 w 145"/>
                <a:gd name="T5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5" h="622">
                  <a:moveTo>
                    <a:pt x="0" y="621"/>
                  </a:moveTo>
                  <a:cubicBezTo>
                    <a:pt x="90" y="536"/>
                    <a:pt x="144" y="432"/>
                    <a:pt x="144" y="311"/>
                  </a:cubicBezTo>
                  <a:cubicBezTo>
                    <a:pt x="144" y="189"/>
                    <a:pt x="90" y="85"/>
                    <a:pt x="0" y="0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7" name="Freeform 40">
              <a:extLst>
                <a:ext uri="{FF2B5EF4-FFF2-40B4-BE49-F238E27FC236}">
                  <a16:creationId xmlns:a16="http://schemas.microsoft.com/office/drawing/2014/main" id="{EB45FF01-16A8-9C12-6349-E59D093D2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284" y="4282264"/>
              <a:ext cx="41275" cy="182562"/>
            </a:xfrm>
            <a:custGeom>
              <a:avLst/>
              <a:gdLst>
                <a:gd name="T0" fmla="*/ 0 w 113"/>
                <a:gd name="T1" fmla="*/ 508 h 509"/>
                <a:gd name="T2" fmla="*/ 112 w 113"/>
                <a:gd name="T3" fmla="*/ 254 h 509"/>
                <a:gd name="T4" fmla="*/ 0 w 113"/>
                <a:gd name="T5" fmla="*/ 0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" h="509">
                  <a:moveTo>
                    <a:pt x="0" y="508"/>
                  </a:moveTo>
                  <a:cubicBezTo>
                    <a:pt x="70" y="437"/>
                    <a:pt x="112" y="352"/>
                    <a:pt x="112" y="254"/>
                  </a:cubicBezTo>
                  <a:cubicBezTo>
                    <a:pt x="112" y="155"/>
                    <a:pt x="70" y="70"/>
                    <a:pt x="0" y="0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129" name="Image 128">
            <a:extLst>
              <a:ext uri="{FF2B5EF4-FFF2-40B4-BE49-F238E27FC236}">
                <a16:creationId xmlns:a16="http://schemas.microsoft.com/office/drawing/2014/main" id="{1733E73C-743A-CE2E-16F4-1F89E0E96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9" t="42131" r="41359" b="43884"/>
          <a:stretch>
            <a:fillRect/>
          </a:stretch>
        </p:blipFill>
        <p:spPr>
          <a:xfrm>
            <a:off x="3441855" y="2346570"/>
            <a:ext cx="2523686" cy="663660"/>
          </a:xfrm>
          <a:prstGeom prst="rect">
            <a:avLst/>
          </a:prstGeom>
        </p:spPr>
      </p:pic>
      <p:pic>
        <p:nvPicPr>
          <p:cNvPr id="130" name="Image 129">
            <a:extLst>
              <a:ext uri="{FF2B5EF4-FFF2-40B4-BE49-F238E27FC236}">
                <a16:creationId xmlns:a16="http://schemas.microsoft.com/office/drawing/2014/main" id="{17EAE9C5-5A8A-85CA-867E-1562A00669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91" t="43542" r="8529" b="42473"/>
          <a:stretch>
            <a:fillRect/>
          </a:stretch>
        </p:blipFill>
        <p:spPr>
          <a:xfrm>
            <a:off x="2047923" y="3701850"/>
            <a:ext cx="1696038" cy="753485"/>
          </a:xfrm>
          <a:prstGeom prst="rect">
            <a:avLst/>
          </a:prstGeom>
        </p:spPr>
      </p:pic>
      <p:grpSp>
        <p:nvGrpSpPr>
          <p:cNvPr id="107" name="Grouper 334">
            <a:extLst>
              <a:ext uri="{FF2B5EF4-FFF2-40B4-BE49-F238E27FC236}">
                <a16:creationId xmlns:a16="http://schemas.microsoft.com/office/drawing/2014/main" id="{45C835FF-15D1-AEF6-C4D9-0DC2CA77D1D3}"/>
              </a:ext>
            </a:extLst>
          </p:cNvPr>
          <p:cNvGrpSpPr/>
          <p:nvPr/>
        </p:nvGrpSpPr>
        <p:grpSpPr>
          <a:xfrm>
            <a:off x="2171745" y="2516278"/>
            <a:ext cx="1329152" cy="1040792"/>
            <a:chOff x="7584282" y="3392488"/>
            <a:chExt cx="468312" cy="366712"/>
          </a:xfrm>
        </p:grpSpPr>
        <p:sp>
          <p:nvSpPr>
            <p:cNvPr id="108" name="Freeform 119">
              <a:extLst>
                <a:ext uri="{FF2B5EF4-FFF2-40B4-BE49-F238E27FC236}">
                  <a16:creationId xmlns:a16="http://schemas.microsoft.com/office/drawing/2014/main" id="{14B75320-5EC2-F84E-B409-31305B3FD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4282" y="3392488"/>
              <a:ext cx="468312" cy="295275"/>
            </a:xfrm>
            <a:custGeom>
              <a:avLst/>
              <a:gdLst>
                <a:gd name="T0" fmla="*/ 761 w 1299"/>
                <a:gd name="T1" fmla="*/ 818 h 819"/>
                <a:gd name="T2" fmla="*/ 0 w 1299"/>
                <a:gd name="T3" fmla="*/ 818 h 819"/>
                <a:gd name="T4" fmla="*/ 0 w 1299"/>
                <a:gd name="T5" fmla="*/ 0 h 819"/>
                <a:gd name="T6" fmla="*/ 1298 w 1299"/>
                <a:gd name="T7" fmla="*/ 0 h 819"/>
                <a:gd name="T8" fmla="*/ 1298 w 1299"/>
                <a:gd name="T9" fmla="*/ 508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9" h="819">
                  <a:moveTo>
                    <a:pt x="761" y="818"/>
                  </a:moveTo>
                  <a:lnTo>
                    <a:pt x="0" y="818"/>
                  </a:lnTo>
                  <a:lnTo>
                    <a:pt x="0" y="0"/>
                  </a:lnTo>
                  <a:lnTo>
                    <a:pt x="1298" y="0"/>
                  </a:lnTo>
                  <a:lnTo>
                    <a:pt x="1298" y="508"/>
                  </a:lnTo>
                </a:path>
              </a:pathLst>
            </a:custGeom>
            <a:noFill/>
            <a:ln w="5715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9" name="Freeform 120">
              <a:extLst>
                <a:ext uri="{FF2B5EF4-FFF2-40B4-BE49-F238E27FC236}">
                  <a16:creationId xmlns:a16="http://schemas.microsoft.com/office/drawing/2014/main" id="{7787D667-B6E0-4128-7DAC-BBBDBA886F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4932" y="3738563"/>
              <a:ext cx="233362" cy="20637"/>
            </a:xfrm>
            <a:custGeom>
              <a:avLst/>
              <a:gdLst>
                <a:gd name="T0" fmla="*/ 0 w 650"/>
                <a:gd name="T1" fmla="*/ 56 h 57"/>
                <a:gd name="T2" fmla="*/ 57 w 650"/>
                <a:gd name="T3" fmla="*/ 0 h 57"/>
                <a:gd name="T4" fmla="*/ 593 w 650"/>
                <a:gd name="T5" fmla="*/ 0 h 57"/>
                <a:gd name="T6" fmla="*/ 649 w 650"/>
                <a:gd name="T7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0" h="57">
                  <a:moveTo>
                    <a:pt x="0" y="56"/>
                  </a:moveTo>
                  <a:lnTo>
                    <a:pt x="57" y="0"/>
                  </a:lnTo>
                  <a:lnTo>
                    <a:pt x="593" y="0"/>
                  </a:lnTo>
                  <a:lnTo>
                    <a:pt x="649" y="56"/>
                  </a:lnTo>
                </a:path>
              </a:pathLst>
            </a:custGeom>
            <a:noFill/>
            <a:ln w="5715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0" name="Line 121">
              <a:extLst>
                <a:ext uri="{FF2B5EF4-FFF2-40B4-BE49-F238E27FC236}">
                  <a16:creationId xmlns:a16="http://schemas.microsoft.com/office/drawing/2014/main" id="{2984E84A-94E1-6491-1CF6-14F5E35C6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7482" y="3708400"/>
              <a:ext cx="1587" cy="30163"/>
            </a:xfrm>
            <a:prstGeom prst="line">
              <a:avLst/>
            </a:prstGeom>
            <a:noFill/>
            <a:ln w="5715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1" name="Line 122">
              <a:extLst>
                <a:ext uri="{FF2B5EF4-FFF2-40B4-BE49-F238E27FC236}">
                  <a16:creationId xmlns:a16="http://schemas.microsoft.com/office/drawing/2014/main" id="{54727903-99A1-5CCA-056B-AC7716F6FA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57332" y="3708400"/>
              <a:ext cx="1587" cy="30163"/>
            </a:xfrm>
            <a:prstGeom prst="line">
              <a:avLst/>
            </a:prstGeom>
            <a:noFill/>
            <a:ln w="5715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2D1FBE81-55BE-678E-D005-9394C02F186F}"/>
              </a:ext>
            </a:extLst>
          </p:cNvPr>
          <p:cNvCxnSpPr>
            <a:cxnSpLocks/>
            <a:stCxn id="108" idx="0"/>
          </p:cNvCxnSpPr>
          <p:nvPr/>
        </p:nvCxnSpPr>
        <p:spPr>
          <a:xfrm>
            <a:off x="2950409" y="3353296"/>
            <a:ext cx="570992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Connecteur droit 132">
            <a:extLst>
              <a:ext uri="{FF2B5EF4-FFF2-40B4-BE49-F238E27FC236}">
                <a16:creationId xmlns:a16="http://schemas.microsoft.com/office/drawing/2014/main" id="{16147C08-3027-C4B1-0C7D-9A824B007E44}"/>
              </a:ext>
            </a:extLst>
          </p:cNvPr>
          <p:cNvCxnSpPr>
            <a:cxnSpLocks/>
            <a:stCxn id="108" idx="3"/>
          </p:cNvCxnSpPr>
          <p:nvPr/>
        </p:nvCxnSpPr>
        <p:spPr>
          <a:xfrm>
            <a:off x="3499874" y="2516278"/>
            <a:ext cx="1023" cy="864462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153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7431F-9D3A-716E-F7B7-9FDFBD56E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age 53">
            <a:extLst>
              <a:ext uri="{FF2B5EF4-FFF2-40B4-BE49-F238E27FC236}">
                <a16:creationId xmlns:a16="http://schemas.microsoft.com/office/drawing/2014/main" id="{BF4B49C8-9FA0-E59F-CA97-10DED756E1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35" t="29847" r="66949" b="33800"/>
          <a:stretch>
            <a:fillRect/>
          </a:stretch>
        </p:blipFill>
        <p:spPr>
          <a:xfrm>
            <a:off x="3295415" y="2650944"/>
            <a:ext cx="1084601" cy="2493118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4C145416-45FB-4B24-CC23-7421C65D7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55" name="Image 54">
            <a:extLst>
              <a:ext uri="{FF2B5EF4-FFF2-40B4-BE49-F238E27FC236}">
                <a16:creationId xmlns:a16="http://schemas.microsoft.com/office/drawing/2014/main" id="{49701DA4-AE73-5840-3860-83C04E4F0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54" t="45076" r="31749" b="32234"/>
          <a:stretch>
            <a:fillRect/>
          </a:stretch>
        </p:blipFill>
        <p:spPr>
          <a:xfrm>
            <a:off x="934924" y="3429000"/>
            <a:ext cx="2352039" cy="1556079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A147B74C-B3E4-2543-2B80-957C248DB21B}"/>
              </a:ext>
            </a:extLst>
          </p:cNvPr>
          <p:cNvSpPr/>
          <p:nvPr/>
        </p:nvSpPr>
        <p:spPr>
          <a:xfrm>
            <a:off x="3327457" y="2433115"/>
            <a:ext cx="266272" cy="7981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C1CDE81-43E8-EE29-CDB3-392A0A7126E5}"/>
              </a:ext>
            </a:extLst>
          </p:cNvPr>
          <p:cNvSpPr/>
          <p:nvPr/>
        </p:nvSpPr>
        <p:spPr>
          <a:xfrm>
            <a:off x="3526730" y="2199497"/>
            <a:ext cx="707428" cy="583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07" name="Grouper 334">
            <a:extLst>
              <a:ext uri="{FF2B5EF4-FFF2-40B4-BE49-F238E27FC236}">
                <a16:creationId xmlns:a16="http://schemas.microsoft.com/office/drawing/2014/main" id="{88D31E9E-127B-90DF-890B-73BC370CF093}"/>
              </a:ext>
            </a:extLst>
          </p:cNvPr>
          <p:cNvGrpSpPr/>
          <p:nvPr/>
        </p:nvGrpSpPr>
        <p:grpSpPr>
          <a:xfrm>
            <a:off x="945134" y="2590035"/>
            <a:ext cx="1035468" cy="810823"/>
            <a:chOff x="7584282" y="3392488"/>
            <a:chExt cx="468312" cy="366712"/>
          </a:xfrm>
        </p:grpSpPr>
        <p:sp>
          <p:nvSpPr>
            <p:cNvPr id="108" name="Freeform 119">
              <a:extLst>
                <a:ext uri="{FF2B5EF4-FFF2-40B4-BE49-F238E27FC236}">
                  <a16:creationId xmlns:a16="http://schemas.microsoft.com/office/drawing/2014/main" id="{D749A70F-49FC-9275-ADA6-490F8810E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4282" y="3392488"/>
              <a:ext cx="468312" cy="295275"/>
            </a:xfrm>
            <a:custGeom>
              <a:avLst/>
              <a:gdLst>
                <a:gd name="T0" fmla="*/ 761 w 1299"/>
                <a:gd name="T1" fmla="*/ 818 h 819"/>
                <a:gd name="T2" fmla="*/ 0 w 1299"/>
                <a:gd name="T3" fmla="*/ 818 h 819"/>
                <a:gd name="T4" fmla="*/ 0 w 1299"/>
                <a:gd name="T5" fmla="*/ 0 h 819"/>
                <a:gd name="T6" fmla="*/ 1298 w 1299"/>
                <a:gd name="T7" fmla="*/ 0 h 819"/>
                <a:gd name="T8" fmla="*/ 1298 w 1299"/>
                <a:gd name="T9" fmla="*/ 508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9" h="819">
                  <a:moveTo>
                    <a:pt x="761" y="818"/>
                  </a:moveTo>
                  <a:lnTo>
                    <a:pt x="0" y="818"/>
                  </a:lnTo>
                  <a:lnTo>
                    <a:pt x="0" y="0"/>
                  </a:lnTo>
                  <a:lnTo>
                    <a:pt x="1298" y="0"/>
                  </a:lnTo>
                  <a:lnTo>
                    <a:pt x="1298" y="508"/>
                  </a:lnTo>
                </a:path>
              </a:pathLst>
            </a:custGeom>
            <a:noFill/>
            <a:ln w="5715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9" name="Freeform 120">
              <a:extLst>
                <a:ext uri="{FF2B5EF4-FFF2-40B4-BE49-F238E27FC236}">
                  <a16:creationId xmlns:a16="http://schemas.microsoft.com/office/drawing/2014/main" id="{623C453F-9E3E-1DC7-A5D2-035FF9D43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4932" y="3738563"/>
              <a:ext cx="233362" cy="20637"/>
            </a:xfrm>
            <a:custGeom>
              <a:avLst/>
              <a:gdLst>
                <a:gd name="T0" fmla="*/ 0 w 650"/>
                <a:gd name="T1" fmla="*/ 56 h 57"/>
                <a:gd name="T2" fmla="*/ 57 w 650"/>
                <a:gd name="T3" fmla="*/ 0 h 57"/>
                <a:gd name="T4" fmla="*/ 593 w 650"/>
                <a:gd name="T5" fmla="*/ 0 h 57"/>
                <a:gd name="T6" fmla="*/ 649 w 650"/>
                <a:gd name="T7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0" h="57">
                  <a:moveTo>
                    <a:pt x="0" y="56"/>
                  </a:moveTo>
                  <a:lnTo>
                    <a:pt x="57" y="0"/>
                  </a:lnTo>
                  <a:lnTo>
                    <a:pt x="593" y="0"/>
                  </a:lnTo>
                  <a:lnTo>
                    <a:pt x="649" y="56"/>
                  </a:lnTo>
                </a:path>
              </a:pathLst>
            </a:custGeom>
            <a:noFill/>
            <a:ln w="5715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0" name="Line 121">
              <a:extLst>
                <a:ext uri="{FF2B5EF4-FFF2-40B4-BE49-F238E27FC236}">
                  <a16:creationId xmlns:a16="http://schemas.microsoft.com/office/drawing/2014/main" id="{1C648F4D-B57E-0DDE-EBE7-335C1F40D1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7482" y="3708400"/>
              <a:ext cx="1587" cy="30163"/>
            </a:xfrm>
            <a:prstGeom prst="line">
              <a:avLst/>
            </a:prstGeom>
            <a:noFill/>
            <a:ln w="5715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1" name="Line 122">
              <a:extLst>
                <a:ext uri="{FF2B5EF4-FFF2-40B4-BE49-F238E27FC236}">
                  <a16:creationId xmlns:a16="http://schemas.microsoft.com/office/drawing/2014/main" id="{75EF3420-BBCF-6C3F-2DDD-7C6D220228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57332" y="3708400"/>
              <a:ext cx="1587" cy="30163"/>
            </a:xfrm>
            <a:prstGeom prst="line">
              <a:avLst/>
            </a:prstGeom>
            <a:noFill/>
            <a:ln w="5715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17" name="Grouper 46">
            <a:extLst>
              <a:ext uri="{FF2B5EF4-FFF2-40B4-BE49-F238E27FC236}">
                <a16:creationId xmlns:a16="http://schemas.microsoft.com/office/drawing/2014/main" id="{EC98388B-B477-EB90-716E-F5855E0AD487}"/>
              </a:ext>
            </a:extLst>
          </p:cNvPr>
          <p:cNvGrpSpPr/>
          <p:nvPr/>
        </p:nvGrpSpPr>
        <p:grpSpPr>
          <a:xfrm>
            <a:off x="1584416" y="2962634"/>
            <a:ext cx="480900" cy="438224"/>
            <a:chOff x="4055197" y="4220351"/>
            <a:chExt cx="284162" cy="295275"/>
          </a:xfrm>
        </p:grpSpPr>
        <p:sp>
          <p:nvSpPr>
            <p:cNvPr id="118" name="Freeform 36">
              <a:extLst>
                <a:ext uri="{FF2B5EF4-FFF2-40B4-BE49-F238E27FC236}">
                  <a16:creationId xmlns:a16="http://schemas.microsoft.com/office/drawing/2014/main" id="{A908BAAC-0C42-4E85-799F-BBB6B7BE8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6484" y="4333064"/>
              <a:ext cx="41275" cy="80962"/>
            </a:xfrm>
            <a:custGeom>
              <a:avLst/>
              <a:gdLst>
                <a:gd name="T0" fmla="*/ 0 w 113"/>
                <a:gd name="T1" fmla="*/ 0 h 226"/>
                <a:gd name="T2" fmla="*/ 112 w 113"/>
                <a:gd name="T3" fmla="*/ 113 h 226"/>
                <a:gd name="T4" fmla="*/ 0 w 113"/>
                <a:gd name="T5" fmla="*/ 225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" h="226">
                  <a:moveTo>
                    <a:pt x="0" y="0"/>
                  </a:moveTo>
                  <a:cubicBezTo>
                    <a:pt x="62" y="0"/>
                    <a:pt x="112" y="53"/>
                    <a:pt x="112" y="113"/>
                  </a:cubicBezTo>
                  <a:cubicBezTo>
                    <a:pt x="112" y="172"/>
                    <a:pt x="62" y="225"/>
                    <a:pt x="0" y="225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9" name="Freeform 37">
              <a:extLst>
                <a:ext uri="{FF2B5EF4-FFF2-40B4-BE49-F238E27FC236}">
                  <a16:creationId xmlns:a16="http://schemas.microsoft.com/office/drawing/2014/main" id="{C9D17CB1-C54E-1E24-329F-E72AF9753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5197" y="4220351"/>
              <a:ext cx="142875" cy="295275"/>
            </a:xfrm>
            <a:custGeom>
              <a:avLst/>
              <a:gdLst>
                <a:gd name="T0" fmla="*/ 855 w 904"/>
                <a:gd name="T1" fmla="*/ 17 h 820"/>
                <a:gd name="T2" fmla="*/ 507 w 904"/>
                <a:gd name="T3" fmla="*/ 226 h 820"/>
                <a:gd name="T4" fmla="*/ 169 w 904"/>
                <a:gd name="T5" fmla="*/ 226 h 820"/>
                <a:gd name="T6" fmla="*/ 0 w 904"/>
                <a:gd name="T7" fmla="*/ 395 h 820"/>
                <a:gd name="T8" fmla="*/ 0 w 904"/>
                <a:gd name="T9" fmla="*/ 424 h 820"/>
                <a:gd name="T10" fmla="*/ 169 w 904"/>
                <a:gd name="T11" fmla="*/ 593 h 820"/>
                <a:gd name="T12" fmla="*/ 507 w 904"/>
                <a:gd name="T13" fmla="*/ 593 h 820"/>
                <a:gd name="T14" fmla="*/ 855 w 904"/>
                <a:gd name="T15" fmla="*/ 802 h 820"/>
                <a:gd name="T16" fmla="*/ 903 w 904"/>
                <a:gd name="T17" fmla="*/ 782 h 820"/>
                <a:gd name="T18" fmla="*/ 903 w 904"/>
                <a:gd name="T19" fmla="*/ 40 h 820"/>
                <a:gd name="T20" fmla="*/ 855 w 904"/>
                <a:gd name="T21" fmla="*/ 17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4" h="820">
                  <a:moveTo>
                    <a:pt x="855" y="17"/>
                  </a:moveTo>
                  <a:cubicBezTo>
                    <a:pt x="744" y="119"/>
                    <a:pt x="603" y="226"/>
                    <a:pt x="507" y="226"/>
                  </a:cubicBezTo>
                  <a:lnTo>
                    <a:pt x="169" y="226"/>
                  </a:lnTo>
                  <a:cubicBezTo>
                    <a:pt x="76" y="226"/>
                    <a:pt x="0" y="302"/>
                    <a:pt x="0" y="395"/>
                  </a:cubicBezTo>
                  <a:lnTo>
                    <a:pt x="0" y="424"/>
                  </a:lnTo>
                  <a:cubicBezTo>
                    <a:pt x="0" y="517"/>
                    <a:pt x="76" y="593"/>
                    <a:pt x="169" y="593"/>
                  </a:cubicBezTo>
                  <a:lnTo>
                    <a:pt x="507" y="593"/>
                  </a:lnTo>
                  <a:cubicBezTo>
                    <a:pt x="603" y="593"/>
                    <a:pt x="744" y="700"/>
                    <a:pt x="855" y="802"/>
                  </a:cubicBezTo>
                  <a:cubicBezTo>
                    <a:pt x="871" y="819"/>
                    <a:pt x="903" y="805"/>
                    <a:pt x="903" y="782"/>
                  </a:cubicBezTo>
                  <a:lnTo>
                    <a:pt x="903" y="40"/>
                  </a:lnTo>
                  <a:cubicBezTo>
                    <a:pt x="903" y="14"/>
                    <a:pt x="874" y="0"/>
                    <a:pt x="855" y="17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0" name="Freeform 39">
              <a:extLst>
                <a:ext uri="{FF2B5EF4-FFF2-40B4-BE49-F238E27FC236}">
                  <a16:creationId xmlns:a16="http://schemas.microsoft.com/office/drawing/2014/main" id="{A05B8FB9-F8D5-37B3-1B6A-8D5D6A1BA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972" y="4261626"/>
              <a:ext cx="52387" cy="223838"/>
            </a:xfrm>
            <a:custGeom>
              <a:avLst/>
              <a:gdLst>
                <a:gd name="T0" fmla="*/ 0 w 145"/>
                <a:gd name="T1" fmla="*/ 621 h 622"/>
                <a:gd name="T2" fmla="*/ 144 w 145"/>
                <a:gd name="T3" fmla="*/ 311 h 622"/>
                <a:gd name="T4" fmla="*/ 0 w 145"/>
                <a:gd name="T5" fmla="*/ 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5" h="622">
                  <a:moveTo>
                    <a:pt x="0" y="621"/>
                  </a:moveTo>
                  <a:cubicBezTo>
                    <a:pt x="90" y="536"/>
                    <a:pt x="144" y="432"/>
                    <a:pt x="144" y="311"/>
                  </a:cubicBezTo>
                  <a:cubicBezTo>
                    <a:pt x="144" y="189"/>
                    <a:pt x="90" y="85"/>
                    <a:pt x="0" y="0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1" name="Freeform 40">
              <a:extLst>
                <a:ext uri="{FF2B5EF4-FFF2-40B4-BE49-F238E27FC236}">
                  <a16:creationId xmlns:a16="http://schemas.microsoft.com/office/drawing/2014/main" id="{002BC541-55F6-F383-92AC-AE62665D7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284" y="4282264"/>
              <a:ext cx="41275" cy="182562"/>
            </a:xfrm>
            <a:custGeom>
              <a:avLst/>
              <a:gdLst>
                <a:gd name="T0" fmla="*/ 0 w 113"/>
                <a:gd name="T1" fmla="*/ 508 h 509"/>
                <a:gd name="T2" fmla="*/ 112 w 113"/>
                <a:gd name="T3" fmla="*/ 254 h 509"/>
                <a:gd name="T4" fmla="*/ 0 w 113"/>
                <a:gd name="T5" fmla="*/ 0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" h="509">
                  <a:moveTo>
                    <a:pt x="0" y="508"/>
                  </a:moveTo>
                  <a:cubicBezTo>
                    <a:pt x="70" y="437"/>
                    <a:pt x="112" y="352"/>
                    <a:pt x="112" y="254"/>
                  </a:cubicBezTo>
                  <a:cubicBezTo>
                    <a:pt x="112" y="155"/>
                    <a:pt x="70" y="70"/>
                    <a:pt x="0" y="0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236F853B-9399-2635-62EA-4D2C3EC3CB35}"/>
              </a:ext>
            </a:extLst>
          </p:cNvPr>
          <p:cNvGrpSpPr/>
          <p:nvPr/>
        </p:nvGrpSpPr>
        <p:grpSpPr>
          <a:xfrm>
            <a:off x="4023082" y="3304338"/>
            <a:ext cx="823761" cy="472440"/>
            <a:chOff x="1127760" y="0"/>
            <a:chExt cx="9353676" cy="5364480"/>
          </a:xfrm>
        </p:grpSpPr>
        <p:pic>
          <p:nvPicPr>
            <p:cNvPr id="2" name="Image 1">
              <a:extLst>
                <a:ext uri="{FF2B5EF4-FFF2-40B4-BE49-F238E27FC236}">
                  <a16:creationId xmlns:a16="http://schemas.microsoft.com/office/drawing/2014/main" id="{EE9E13BA-5324-D1D2-C9B5-B6E54BC88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95" t="31067" r="41228" b="30336"/>
            <a:stretch>
              <a:fillRect/>
            </a:stretch>
          </p:blipFill>
          <p:spPr>
            <a:xfrm>
              <a:off x="1127760" y="0"/>
              <a:ext cx="5334000" cy="5364480"/>
            </a:xfrm>
            <a:prstGeom prst="rect">
              <a:avLst/>
            </a:prstGeom>
          </p:spPr>
        </p:pic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2EC77536-06BF-8CAA-625F-8314F1E5A9D8}"/>
                </a:ext>
              </a:extLst>
            </p:cNvPr>
            <p:cNvSpPr/>
            <p:nvPr/>
          </p:nvSpPr>
          <p:spPr>
            <a:xfrm rot="21389571">
              <a:off x="7164196" y="2436979"/>
              <a:ext cx="3317240" cy="143932"/>
            </a:xfrm>
            <a:prstGeom prst="roundRect">
              <a:avLst>
                <a:gd name="adj" fmla="val 50000"/>
              </a:avLst>
            </a:prstGeom>
            <a:solidFill>
              <a:srgbClr val="191818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6A3A30CB-932A-3265-1643-8D4A094A1F34}"/>
                </a:ext>
              </a:extLst>
            </p:cNvPr>
            <p:cNvSpPr/>
            <p:nvPr/>
          </p:nvSpPr>
          <p:spPr>
            <a:xfrm rot="323063">
              <a:off x="7162336" y="3252088"/>
              <a:ext cx="3317240" cy="143932"/>
            </a:xfrm>
            <a:prstGeom prst="roundRect">
              <a:avLst>
                <a:gd name="adj" fmla="val 50000"/>
              </a:avLst>
            </a:prstGeom>
            <a:solidFill>
              <a:srgbClr val="191818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3DD1848C-FABD-8E15-B6B0-AA1ECB8810BB}"/>
                </a:ext>
              </a:extLst>
            </p:cNvPr>
            <p:cNvSpPr/>
            <p:nvPr/>
          </p:nvSpPr>
          <p:spPr>
            <a:xfrm rot="705653">
              <a:off x="7077668" y="3985261"/>
              <a:ext cx="3317240" cy="143932"/>
            </a:xfrm>
            <a:prstGeom prst="roundRect">
              <a:avLst>
                <a:gd name="adj" fmla="val 50000"/>
              </a:avLst>
            </a:prstGeom>
            <a:solidFill>
              <a:srgbClr val="191818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12357426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</TotalTime>
  <Words>0</Words>
  <Application>Microsoft Office PowerPoint</Application>
  <PresentationFormat>Grand écran</PresentationFormat>
  <Paragraphs>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Pascal Nathan</dc:creator>
  <cp:lastModifiedBy>Pascal Nathan</cp:lastModifiedBy>
  <cp:revision>6</cp:revision>
  <dcterms:created xsi:type="dcterms:W3CDTF">2026-08-04T15:30:46Z</dcterms:created>
  <dcterms:modified xsi:type="dcterms:W3CDTF">2026-08-11T15:24:58Z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2fe402-5206-49f4-bf9b-0c33a53a0244_Enabled">
    <vt:lpwstr>true</vt:lpwstr>
  </property>
  <property fmtid="{D5CDD505-2E9C-101B-9397-08002B2CF9AE}" pid="3" name="MSIP_Label_832fe402-5206-49f4-bf9b-0c33a53a0244_SetDate">
    <vt:lpwstr>2026-08-04T15:31:07Z</vt:lpwstr>
  </property>
  <property fmtid="{D5CDD505-2E9C-101B-9397-08002B2CF9AE}" pid="4" name="MSIP_Label_832fe402-5206-49f4-bf9b-0c33a53a0244_Method">
    <vt:lpwstr>Privileged</vt:lpwstr>
  </property>
  <property fmtid="{D5CDD505-2E9C-101B-9397-08002B2CF9AE}" pid="5" name="MSIP_Label_832fe402-5206-49f4-bf9b-0c33a53a0244_Name">
    <vt:lpwstr>Diffusion Limitée</vt:lpwstr>
  </property>
  <property fmtid="{D5CDD505-2E9C-101B-9397-08002B2CF9AE}" pid="6" name="MSIP_Label_832fe402-5206-49f4-bf9b-0c33a53a0244_SiteId">
    <vt:lpwstr>4e4f251a-447f-486f-be40-db2ede4b8f4e</vt:lpwstr>
  </property>
  <property fmtid="{D5CDD505-2E9C-101B-9397-08002B2CF9AE}" pid="7" name="MSIP_Label_832fe402-5206-49f4-bf9b-0c33a53a0244_ActionId">
    <vt:lpwstr>9cf2e607-95e2-44dc-b7bc-dba67eea3e9a</vt:lpwstr>
  </property>
  <property fmtid="{D5CDD505-2E9C-101B-9397-08002B2CF9AE}" pid="8" name="MSIP_Label_832fe402-5206-49f4-bf9b-0c33a53a0244_ContentBits">
    <vt:lpwstr>1</vt:lpwstr>
  </property>
  <property fmtid="{D5CDD505-2E9C-101B-9397-08002B2CF9AE}" pid="9" name="MSIP_Label_832fe402-5206-49f4-bf9b-0c33a53a0244_Tag">
    <vt:lpwstr>10, 0, 1, 1</vt:lpwstr>
  </property>
  <property fmtid="{D5CDD505-2E9C-101B-9397-08002B2CF9AE}" pid="10" name="ClassificationContentMarkingHeaderLocations">
    <vt:lpwstr>Thème Office:8</vt:lpwstr>
  </property>
  <property fmtid="{D5CDD505-2E9C-101B-9397-08002B2CF9AE}" pid="11" name="ClassificationContentMarkingHeaderText">
    <vt:lpwstr>Diffusion Limitée</vt:lpwstr>
  </property>
</Properties>
</file>