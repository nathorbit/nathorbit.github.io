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7" r:id="rId2"/>
    <p:sldId id="288" r:id="rId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91818"/>
    <a:srgbClr val="FFFFFF"/>
    <a:srgbClr val="950F48"/>
    <a:srgbClr val="B30D50"/>
    <a:srgbClr val="B907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75" d="100"/>
          <a:sy n="75" d="100"/>
        </p:scale>
        <p:origin x="1014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D7D46F2-89AD-70FB-2587-C806294CB4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D2DB53F-F8FE-ED21-B413-E1EA203C71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9CCD27B-9BAC-2769-3DFE-8497F71C0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0F187-4562-4981-BE20-64009B315E4D}" type="datetimeFigureOut">
              <a:rPr lang="fr-FR" smtClean="0"/>
              <a:t>12/08/2026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63C431A-2E7E-EFB1-7E8B-5AE419250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E68E94A-68F5-85CA-C7C7-C61958AA4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55C7B-E1F2-4358-B853-CD2C29ED54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1511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EA15A5-D143-BF6F-C9BC-669B866D7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92D0DB8-789F-6DBC-A597-D7AA931912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1E8F054-470D-B833-94CB-FFB0C79D8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0F187-4562-4981-BE20-64009B315E4D}" type="datetimeFigureOut">
              <a:rPr lang="fr-FR" smtClean="0"/>
              <a:t>12/08/2026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0C6EC91-E845-66E5-451D-784F9C0C4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63AA7F0-F16F-4670-B158-469BDF014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55C7B-E1F2-4358-B853-CD2C29ED54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83268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8AB273C-D3E7-049C-CCA2-FCC358B92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A6CD47F-9B81-CF32-ACA2-B5EFDF4479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540F601-D07E-A69C-57D1-DC42C85CC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0F187-4562-4981-BE20-64009B315E4D}" type="datetimeFigureOut">
              <a:rPr lang="fr-FR" smtClean="0"/>
              <a:t>12/08/2026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EC8A0DA-21FB-CE93-D934-523F7496D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5AC2A34-F280-7BCE-0813-31498A1E6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55C7B-E1F2-4358-B853-CD2C29ED54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85248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DDA5C06-2323-F387-0113-32687EA7C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8DFF9C8-FB57-9515-E4CB-FE3AF601EC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2696FFE-DB78-E7FA-0DF2-A00BDF06E8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1460E77-3119-B1D2-50C1-F72CB4AE5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0F187-4562-4981-BE20-64009B315E4D}" type="datetimeFigureOut">
              <a:rPr lang="fr-FR" smtClean="0"/>
              <a:t>12/08/2026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63869B6-C3D5-777B-257E-837589C07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4CDE982-F1D3-7FA7-F3E7-6AAA26DC2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55C7B-E1F2-4358-B853-CD2C29ED54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471500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87F0406-BD0F-FF7A-9841-0F293A246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90E63A2-52F4-1238-D713-1D59E947E7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2591EB6-095E-6C71-B77F-44E1A5307D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EC1745B-D46E-A73C-6D4F-7CCE98BA95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8A5ED33-55CB-F6A2-8AA6-C83BAD030D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6838C948-70BF-02CF-E456-55B4FAC74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0F187-4562-4981-BE20-64009B315E4D}" type="datetimeFigureOut">
              <a:rPr lang="fr-FR" smtClean="0"/>
              <a:t>12/08/2026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4E16707B-D3D6-F583-7E9B-420926A99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EFF79445-FF7E-7329-416E-0F776CEA0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55C7B-E1F2-4358-B853-CD2C29ED54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4482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8B913D5-AD4C-7F45-7CDD-D839EA718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EA22382-77F1-6D5E-7B06-937D71A93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0F187-4562-4981-BE20-64009B315E4D}" type="datetimeFigureOut">
              <a:rPr lang="fr-FR" smtClean="0"/>
              <a:t>12/08/2026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FEBD3BE-920D-0B99-7F4F-FCA721671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0672DF8-985C-7EB3-AFF4-5336A3E15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55C7B-E1F2-4358-B853-CD2C29ED54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39578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5B099D3B-6097-7268-F5F8-7EDEA5224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0F187-4562-4981-BE20-64009B315E4D}" type="datetimeFigureOut">
              <a:rPr lang="fr-FR" smtClean="0"/>
              <a:t>12/08/2026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9843CDC8-004F-4A3A-FE15-E1EB8ABD4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A6E2D86-6007-3483-F043-1AE5CEE1D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55C7B-E1F2-4358-B853-CD2C29ED54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41906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7C57DA-24FD-E262-C169-374FC964C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E227931-C7EA-60EF-C502-FD0F26DAEF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7E2EEF3-90F5-B6D3-5CFF-1BB36A31C6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F281D59-D84E-A41B-4F5C-80564735D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0F187-4562-4981-BE20-64009B315E4D}" type="datetimeFigureOut">
              <a:rPr lang="fr-FR" smtClean="0"/>
              <a:t>12/08/2026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895F86D-514F-17CD-5A67-CD2B6F680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D0103BE-F98B-8ADC-82C5-7F6085462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55C7B-E1F2-4358-B853-CD2C29ED54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80037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676AF36-17EA-52D1-A40C-8F3E604ACD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AA227D94-5D01-1AD3-4FFD-AEA3FD6967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E248B2F-BB86-E3F7-19A1-A30C988ACE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4E8F86F-E1C0-59DD-93A6-59C50AFEF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0F187-4562-4981-BE20-64009B315E4D}" type="datetimeFigureOut">
              <a:rPr lang="fr-FR" smtClean="0"/>
              <a:t>12/08/2026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C13EDAF-14F7-7CBF-5B8C-5F62DBFE5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B6543AE-B871-B7EF-F0FB-81694658E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55C7B-E1F2-4358-B853-CD2C29ED54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55333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098073-7E20-E2D2-F90F-9DA929B63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6F1D534-58A1-0EEC-0CCC-1042018F07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0A93D25-80CB-6978-1B75-E85806448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0F187-4562-4981-BE20-64009B315E4D}" type="datetimeFigureOut">
              <a:rPr lang="fr-FR" smtClean="0"/>
              <a:t>12/08/2026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0DFD1C2-E6A7-F508-65DA-8A38FE65D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43702A3-549C-FED7-DCC1-664A5C3B6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55C7B-E1F2-4358-B853-CD2C29ED54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06451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A19D4AEA-E959-775F-A7D3-23FF0E7610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38AF2EE-482B-9467-75ED-FFDF3F3CBD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8F4ADE4-EAB8-26E7-996B-AD4860AD8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0F187-4562-4981-BE20-64009B315E4D}" type="datetimeFigureOut">
              <a:rPr lang="fr-FR" smtClean="0"/>
              <a:t>12/08/2026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7C8E0A8-3ACF-D466-BA47-803BBA899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A1F452A-7BF7-1D10-056D-1B3C4C4D9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55C7B-E1F2-4358-B853-CD2C29ED54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09425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F4914F1B-C294-0AF5-CF03-161E9EFFD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DE501BE-EEA1-65F3-A377-1E6A90A2DB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FEA48DD-68A0-52D7-9D49-E6809B6D34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10F187-4562-4981-BE20-64009B315E4D}" type="datetimeFigureOut">
              <a:rPr lang="fr-FR" smtClean="0"/>
              <a:t>12/08/2026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24812BC-D20C-AC11-7837-9ACE6847C9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B6DC237-C07E-75B7-8909-717F5936A7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E55C7B-E1F2-4358-B853-CD2C29ED54AD}" type="slidenum">
              <a:rPr lang="fr-FR" smtClean="0"/>
              <a:t>‹N°›</a:t>
            </a:fld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E8830E5E-DAD5-42D8-E256-AC403DC93E5F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660200" y="63500"/>
            <a:ext cx="900112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fr-FR" sz="10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Diffusion Limitée</a:t>
            </a:r>
          </a:p>
        </p:txBody>
      </p:sp>
    </p:spTree>
    <p:extLst>
      <p:ext uri="{BB962C8B-B14F-4D97-AF65-F5344CB8AC3E}">
        <p14:creationId xmlns:p14="http://schemas.microsoft.com/office/powerpoint/2010/main" val="1086876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6.PNG"/><Relationship Id="rId5" Type="http://schemas.microsoft.com/office/2007/relationships/hdphoto" Target="../media/hdphoto2.wdp"/><Relationship Id="rId10" Type="http://schemas.microsoft.com/office/2007/relationships/hdphoto" Target="../media/hdphoto4.wdp"/><Relationship Id="rId4" Type="http://schemas.openxmlformats.org/officeDocument/2006/relationships/image" Target="../media/image2.png"/><Relationship Id="rId9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EB2D9-094A-0A87-98F9-CDAC6A6C8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e 30">
            <a:extLst>
              <a:ext uri="{FF2B5EF4-FFF2-40B4-BE49-F238E27FC236}">
                <a16:creationId xmlns:a16="http://schemas.microsoft.com/office/drawing/2014/main" id="{24EF15E1-B3BF-C06D-8F14-52B9EAE0DA22}"/>
              </a:ext>
            </a:extLst>
          </p:cNvPr>
          <p:cNvGrpSpPr/>
          <p:nvPr/>
        </p:nvGrpSpPr>
        <p:grpSpPr>
          <a:xfrm>
            <a:off x="2202838" y="1927846"/>
            <a:ext cx="7786323" cy="2330359"/>
            <a:chOff x="87595" y="1394446"/>
            <a:chExt cx="11762728" cy="3520453"/>
          </a:xfrm>
        </p:grpSpPr>
        <p:pic>
          <p:nvPicPr>
            <p:cNvPr id="3" name="Image 2">
              <a:extLst>
                <a:ext uri="{FF2B5EF4-FFF2-40B4-BE49-F238E27FC236}">
                  <a16:creationId xmlns:a16="http://schemas.microsoft.com/office/drawing/2014/main" id="{566E28A1-2338-E144-F91B-B1E8A61B6C3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14000" contrast="13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87893" y="1394446"/>
              <a:ext cx="2682857" cy="3520453"/>
            </a:xfrm>
            <a:prstGeom prst="rect">
              <a:avLst/>
            </a:prstGeom>
          </p:spPr>
        </p:pic>
        <p:pic>
          <p:nvPicPr>
            <p:cNvPr id="8" name="Image 7">
              <a:extLst>
                <a:ext uri="{FF2B5EF4-FFF2-40B4-BE49-F238E27FC236}">
                  <a16:creationId xmlns:a16="http://schemas.microsoft.com/office/drawing/2014/main" id="{296A9F0F-7185-C136-54D9-05B52FE14A3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27000" contrast="44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47195" y="2983598"/>
              <a:ext cx="2805856" cy="1573276"/>
            </a:xfrm>
            <a:prstGeom prst="rect">
              <a:avLst/>
            </a:prstGeom>
          </p:spPr>
        </p:pic>
        <p:pic>
          <p:nvPicPr>
            <p:cNvPr id="18" name="Image 17">
              <a:extLst>
                <a:ext uri="{FF2B5EF4-FFF2-40B4-BE49-F238E27FC236}">
                  <a16:creationId xmlns:a16="http://schemas.microsoft.com/office/drawing/2014/main" id="{DC05E895-BE9B-5DD3-4C92-7F9B0C1B289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harpenSoften amount="4000"/>
                      </a14:imgEffect>
                      <a14:imgEffect>
                        <a14:brightnessContrast bright="24000" contrast="8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595" y="3472514"/>
              <a:ext cx="3269462" cy="1300609"/>
            </a:xfrm>
            <a:prstGeom prst="rect">
              <a:avLst/>
            </a:prstGeom>
          </p:spPr>
        </p:pic>
        <p:pic>
          <p:nvPicPr>
            <p:cNvPr id="22" name="Image 21">
              <a:extLst>
                <a:ext uri="{FF2B5EF4-FFF2-40B4-BE49-F238E27FC236}">
                  <a16:creationId xmlns:a16="http://schemas.microsoft.com/office/drawing/2014/main" id="{CA14E861-DAB5-337D-CFFA-1EB7E88ED28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1677" y="1781905"/>
              <a:ext cx="3269462" cy="1390630"/>
            </a:xfrm>
            <a:prstGeom prst="rect">
              <a:avLst/>
            </a:prstGeom>
          </p:spPr>
        </p:pic>
        <p:pic>
          <p:nvPicPr>
            <p:cNvPr id="24" name="Image 23">
              <a:extLst>
                <a:ext uri="{FF2B5EF4-FFF2-40B4-BE49-F238E27FC236}">
                  <a16:creationId xmlns:a16="http://schemas.microsoft.com/office/drawing/2014/main" id="{834BB352-78F3-AAFD-AB10-694B0B7C566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9508" b="97869" l="3327" r="93615">
                          <a14:foregroundMark x1="26888" y1="86885" x2="44155" y2="90000"/>
                          <a14:foregroundMark x1="44155" y1="90000" x2="81295" y2="82131"/>
                          <a14:foregroundMark x1="81295" y1="82131" x2="81205" y2="33770"/>
                          <a14:foregroundMark x1="81205" y1="33770" x2="7734" y2="31311"/>
                          <a14:foregroundMark x1="7734" y1="31311" x2="12410" y2="54754"/>
                          <a14:foregroundMark x1="22842" y1="98525" x2="93705" y2="80000"/>
                          <a14:foregroundMark x1="93705" y1="80000" x2="79137" y2="22951"/>
                          <a14:foregroundMark x1="79137" y1="22951" x2="57914" y2="15082"/>
                          <a14:foregroundMark x1="57914" y1="15082" x2="10342" y2="30328"/>
                          <a14:foregroundMark x1="10342" y1="30328" x2="3597" y2="25574"/>
                          <a14:foregroundMark x1="4047" y1="32131" x2="22032" y2="94098"/>
                          <a14:foregroundMark x1="25270" y1="97869" x2="93705" y2="78852"/>
                          <a14:foregroundMark x1="75270" y1="9508" x2="43705" y2="219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28560" y="1394446"/>
              <a:ext cx="2805856" cy="1539184"/>
            </a:xfrm>
            <a:prstGeom prst="rect">
              <a:avLst/>
            </a:prstGeom>
          </p:spPr>
        </p:pic>
        <p:pic>
          <p:nvPicPr>
            <p:cNvPr id="30" name="Image 29">
              <a:extLst>
                <a:ext uri="{FF2B5EF4-FFF2-40B4-BE49-F238E27FC236}">
                  <a16:creationId xmlns:a16="http://schemas.microsoft.com/office/drawing/2014/main" id="{6C22C2B7-84B3-5B08-8E7B-C714DDB2F4A9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439750" y="1501066"/>
              <a:ext cx="2410573" cy="327205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31539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CAEEC4-CF7A-0CE0-6FEC-C81548228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e 34">
            <a:extLst>
              <a:ext uri="{FF2B5EF4-FFF2-40B4-BE49-F238E27FC236}">
                <a16:creationId xmlns:a16="http://schemas.microsoft.com/office/drawing/2014/main" id="{9ACA7458-D89F-98C2-AE4E-5633414B778C}"/>
              </a:ext>
            </a:extLst>
          </p:cNvPr>
          <p:cNvGrpSpPr/>
          <p:nvPr/>
        </p:nvGrpSpPr>
        <p:grpSpPr>
          <a:xfrm>
            <a:off x="2617811" y="1359719"/>
            <a:ext cx="6562830" cy="3491681"/>
            <a:chOff x="1271610" y="851719"/>
            <a:chExt cx="9173047" cy="4880418"/>
          </a:xfrm>
        </p:grpSpPr>
        <p:pic>
          <p:nvPicPr>
            <p:cNvPr id="8" name="Image 7">
              <a:extLst>
                <a:ext uri="{FF2B5EF4-FFF2-40B4-BE49-F238E27FC236}">
                  <a16:creationId xmlns:a16="http://schemas.microsoft.com/office/drawing/2014/main" id="{183E979B-E1A9-6D36-8AE8-69ECC5C36F9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71610" y="851719"/>
              <a:ext cx="9173047" cy="4880418"/>
            </a:xfrm>
            <a:prstGeom prst="rect">
              <a:avLst/>
            </a:prstGeom>
          </p:spPr>
        </p:pic>
        <p:grpSp>
          <p:nvGrpSpPr>
            <p:cNvPr id="22" name="Groupe 21">
              <a:extLst>
                <a:ext uri="{FF2B5EF4-FFF2-40B4-BE49-F238E27FC236}">
                  <a16:creationId xmlns:a16="http://schemas.microsoft.com/office/drawing/2014/main" id="{5988C9D8-5828-0671-72C0-2172DEAA1BF9}"/>
                </a:ext>
              </a:extLst>
            </p:cNvPr>
            <p:cNvGrpSpPr/>
            <p:nvPr/>
          </p:nvGrpSpPr>
          <p:grpSpPr>
            <a:xfrm>
              <a:off x="2721929" y="2235200"/>
              <a:ext cx="5110886" cy="1740049"/>
              <a:chOff x="820904" y="4049996"/>
              <a:chExt cx="2389360" cy="798651"/>
            </a:xfrm>
          </p:grpSpPr>
          <p:grpSp>
            <p:nvGrpSpPr>
              <p:cNvPr id="23" name="Groupe 22">
                <a:extLst>
                  <a:ext uri="{FF2B5EF4-FFF2-40B4-BE49-F238E27FC236}">
                    <a16:creationId xmlns:a16="http://schemas.microsoft.com/office/drawing/2014/main" id="{BC4537E9-E639-ACDE-FF86-2F12EE447F3A}"/>
                  </a:ext>
                </a:extLst>
              </p:cNvPr>
              <p:cNvGrpSpPr/>
              <p:nvPr/>
            </p:nvGrpSpPr>
            <p:grpSpPr>
              <a:xfrm>
                <a:off x="820904" y="4575358"/>
                <a:ext cx="2389360" cy="273289"/>
                <a:chOff x="739396" y="2155605"/>
                <a:chExt cx="2389360" cy="273289"/>
              </a:xfrm>
            </p:grpSpPr>
            <p:sp>
              <p:nvSpPr>
                <p:cNvPr id="31" name="Forme libre 402">
                  <a:extLst>
                    <a:ext uri="{FF2B5EF4-FFF2-40B4-BE49-F238E27FC236}">
                      <a16:creationId xmlns:a16="http://schemas.microsoft.com/office/drawing/2014/main" id="{3FDD31AE-8B27-3B8A-54F5-ADC294826BCA}"/>
                    </a:ext>
                  </a:extLst>
                </p:cNvPr>
                <p:cNvSpPr/>
                <p:nvPr/>
              </p:nvSpPr>
              <p:spPr>
                <a:xfrm>
                  <a:off x="739396" y="2155605"/>
                  <a:ext cx="2389360" cy="148041"/>
                </a:xfrm>
                <a:custGeom>
                  <a:avLst/>
                  <a:gdLst>
                    <a:gd name="connsiteX0" fmla="*/ 414867 w 2396067"/>
                    <a:gd name="connsiteY0" fmla="*/ 0 h 156633"/>
                    <a:gd name="connsiteX1" fmla="*/ 0 w 2396067"/>
                    <a:gd name="connsiteY1" fmla="*/ 156633 h 156633"/>
                    <a:gd name="connsiteX2" fmla="*/ 2396067 w 2396067"/>
                    <a:gd name="connsiteY2" fmla="*/ 148166 h 156633"/>
                    <a:gd name="connsiteX3" fmla="*/ 1981200 w 2396067"/>
                    <a:gd name="connsiteY3" fmla="*/ 4233 h 156633"/>
                    <a:gd name="connsiteX4" fmla="*/ 414867 w 2396067"/>
                    <a:gd name="connsiteY4" fmla="*/ 0 h 156633"/>
                    <a:gd name="connsiteX0" fmla="*/ 414867 w 2396067"/>
                    <a:gd name="connsiteY0" fmla="*/ 0 h 162070"/>
                    <a:gd name="connsiteX1" fmla="*/ 0 w 2396067"/>
                    <a:gd name="connsiteY1" fmla="*/ 156633 h 162070"/>
                    <a:gd name="connsiteX2" fmla="*/ 2396067 w 2396067"/>
                    <a:gd name="connsiteY2" fmla="*/ 162070 h 162070"/>
                    <a:gd name="connsiteX3" fmla="*/ 1981200 w 2396067"/>
                    <a:gd name="connsiteY3" fmla="*/ 4233 h 162070"/>
                    <a:gd name="connsiteX4" fmla="*/ 414867 w 2396067"/>
                    <a:gd name="connsiteY4" fmla="*/ 0 h 1620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396067" h="162070">
                      <a:moveTo>
                        <a:pt x="414867" y="0"/>
                      </a:moveTo>
                      <a:lnTo>
                        <a:pt x="0" y="156633"/>
                      </a:lnTo>
                      <a:lnTo>
                        <a:pt x="2396067" y="162070"/>
                      </a:lnTo>
                      <a:lnTo>
                        <a:pt x="1981200" y="4233"/>
                      </a:lnTo>
                      <a:lnTo>
                        <a:pt x="414867" y="0"/>
                      </a:lnTo>
                      <a:close/>
                    </a:path>
                  </a:pathLst>
                </a:custGeom>
                <a:solidFill>
                  <a:srgbClr val="FFFFFF">
                    <a:lumMod val="65000"/>
                  </a:srgbClr>
                </a:solidFill>
                <a:ln w="3175" cap="flat" cmpd="sng" algn="ctr">
                  <a:solidFill>
                    <a:srgbClr val="000000">
                      <a:lumMod val="85000"/>
                      <a:lumOff val="1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r-FR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2" name="Forme libre 403">
                  <a:extLst>
                    <a:ext uri="{FF2B5EF4-FFF2-40B4-BE49-F238E27FC236}">
                      <a16:creationId xmlns:a16="http://schemas.microsoft.com/office/drawing/2014/main" id="{6009F663-6F61-58EE-7FE4-45D7BB7B59B0}"/>
                    </a:ext>
                  </a:extLst>
                </p:cNvPr>
                <p:cNvSpPr/>
                <p:nvPr/>
              </p:nvSpPr>
              <p:spPr>
                <a:xfrm>
                  <a:off x="742467" y="2301492"/>
                  <a:ext cx="2384700" cy="127402"/>
                </a:xfrm>
                <a:custGeom>
                  <a:avLst/>
                  <a:gdLst>
                    <a:gd name="connsiteX0" fmla="*/ 414867 w 2396067"/>
                    <a:gd name="connsiteY0" fmla="*/ 0 h 156633"/>
                    <a:gd name="connsiteX1" fmla="*/ 0 w 2396067"/>
                    <a:gd name="connsiteY1" fmla="*/ 156633 h 156633"/>
                    <a:gd name="connsiteX2" fmla="*/ 2396067 w 2396067"/>
                    <a:gd name="connsiteY2" fmla="*/ 148166 h 156633"/>
                    <a:gd name="connsiteX3" fmla="*/ 1981200 w 2396067"/>
                    <a:gd name="connsiteY3" fmla="*/ 4233 h 156633"/>
                    <a:gd name="connsiteX4" fmla="*/ 414867 w 2396067"/>
                    <a:gd name="connsiteY4" fmla="*/ 0 h 156633"/>
                    <a:gd name="connsiteX0" fmla="*/ 414867 w 2396067"/>
                    <a:gd name="connsiteY0" fmla="*/ 0 h 162070"/>
                    <a:gd name="connsiteX1" fmla="*/ 0 w 2396067"/>
                    <a:gd name="connsiteY1" fmla="*/ 156633 h 162070"/>
                    <a:gd name="connsiteX2" fmla="*/ 2396067 w 2396067"/>
                    <a:gd name="connsiteY2" fmla="*/ 162070 h 162070"/>
                    <a:gd name="connsiteX3" fmla="*/ 1981200 w 2396067"/>
                    <a:gd name="connsiteY3" fmla="*/ 4233 h 162070"/>
                    <a:gd name="connsiteX4" fmla="*/ 414867 w 2396067"/>
                    <a:gd name="connsiteY4" fmla="*/ 0 h 162070"/>
                    <a:gd name="connsiteX0" fmla="*/ 0 w 2524588"/>
                    <a:gd name="connsiteY0" fmla="*/ 9671 h 157837"/>
                    <a:gd name="connsiteX1" fmla="*/ 128521 w 2524588"/>
                    <a:gd name="connsiteY1" fmla="*/ 152400 h 157837"/>
                    <a:gd name="connsiteX2" fmla="*/ 2524588 w 2524588"/>
                    <a:gd name="connsiteY2" fmla="*/ 157837 h 157837"/>
                    <a:gd name="connsiteX3" fmla="*/ 2109721 w 2524588"/>
                    <a:gd name="connsiteY3" fmla="*/ 0 h 157837"/>
                    <a:gd name="connsiteX4" fmla="*/ 0 w 2524588"/>
                    <a:gd name="connsiteY4" fmla="*/ 9671 h 157837"/>
                    <a:gd name="connsiteX0" fmla="*/ 0 w 2524588"/>
                    <a:gd name="connsiteY0" fmla="*/ 9671 h 157837"/>
                    <a:gd name="connsiteX1" fmla="*/ 5410 w 2524588"/>
                    <a:gd name="connsiteY1" fmla="*/ 129227 h 157837"/>
                    <a:gd name="connsiteX2" fmla="*/ 2524588 w 2524588"/>
                    <a:gd name="connsiteY2" fmla="*/ 157837 h 157837"/>
                    <a:gd name="connsiteX3" fmla="*/ 2109721 w 2524588"/>
                    <a:gd name="connsiteY3" fmla="*/ 0 h 157837"/>
                    <a:gd name="connsiteX4" fmla="*/ 0 w 2524588"/>
                    <a:gd name="connsiteY4" fmla="*/ 9671 h 157837"/>
                    <a:gd name="connsiteX0" fmla="*/ 0 w 2524588"/>
                    <a:gd name="connsiteY0" fmla="*/ 5037 h 153203"/>
                    <a:gd name="connsiteX1" fmla="*/ 5410 w 2524588"/>
                    <a:gd name="connsiteY1" fmla="*/ 124593 h 153203"/>
                    <a:gd name="connsiteX2" fmla="*/ 2524588 w 2524588"/>
                    <a:gd name="connsiteY2" fmla="*/ 153203 h 153203"/>
                    <a:gd name="connsiteX3" fmla="*/ 2389905 w 2524588"/>
                    <a:gd name="connsiteY3" fmla="*/ 0 h 153203"/>
                    <a:gd name="connsiteX4" fmla="*/ 0 w 2524588"/>
                    <a:gd name="connsiteY4" fmla="*/ 5037 h 153203"/>
                    <a:gd name="connsiteX0" fmla="*/ 0 w 2392987"/>
                    <a:gd name="connsiteY0" fmla="*/ 5037 h 125396"/>
                    <a:gd name="connsiteX1" fmla="*/ 5410 w 2392987"/>
                    <a:gd name="connsiteY1" fmla="*/ 124593 h 125396"/>
                    <a:gd name="connsiteX2" fmla="*/ 2392987 w 2392987"/>
                    <a:gd name="connsiteY2" fmla="*/ 125396 h 125396"/>
                    <a:gd name="connsiteX3" fmla="*/ 2389905 w 2392987"/>
                    <a:gd name="connsiteY3" fmla="*/ 0 h 125396"/>
                    <a:gd name="connsiteX4" fmla="*/ 0 w 2392987"/>
                    <a:gd name="connsiteY4" fmla="*/ 5037 h 125396"/>
                    <a:gd name="connsiteX0" fmla="*/ 7326 w 2400313"/>
                    <a:gd name="connsiteY0" fmla="*/ 5037 h 136759"/>
                    <a:gd name="connsiteX1" fmla="*/ 0 w 2400313"/>
                    <a:gd name="connsiteY1" fmla="*/ 136759 h 136759"/>
                    <a:gd name="connsiteX2" fmla="*/ 2400313 w 2400313"/>
                    <a:gd name="connsiteY2" fmla="*/ 125396 h 136759"/>
                    <a:gd name="connsiteX3" fmla="*/ 2397231 w 2400313"/>
                    <a:gd name="connsiteY3" fmla="*/ 0 h 136759"/>
                    <a:gd name="connsiteX4" fmla="*/ 7326 w 2400313"/>
                    <a:gd name="connsiteY4" fmla="*/ 5037 h 136759"/>
                    <a:gd name="connsiteX0" fmla="*/ 0 w 2392987"/>
                    <a:gd name="connsiteY0" fmla="*/ 5037 h 136759"/>
                    <a:gd name="connsiteX1" fmla="*/ 633 w 2392987"/>
                    <a:gd name="connsiteY1" fmla="*/ 136759 h 136759"/>
                    <a:gd name="connsiteX2" fmla="*/ 2392987 w 2392987"/>
                    <a:gd name="connsiteY2" fmla="*/ 125396 h 136759"/>
                    <a:gd name="connsiteX3" fmla="*/ 2389905 w 2392987"/>
                    <a:gd name="connsiteY3" fmla="*/ 0 h 136759"/>
                    <a:gd name="connsiteX4" fmla="*/ 0 w 2392987"/>
                    <a:gd name="connsiteY4" fmla="*/ 5037 h 136759"/>
                    <a:gd name="connsiteX0" fmla="*/ 0 w 2391395"/>
                    <a:gd name="connsiteY0" fmla="*/ 5037 h 144513"/>
                    <a:gd name="connsiteX1" fmla="*/ 633 w 2391395"/>
                    <a:gd name="connsiteY1" fmla="*/ 136759 h 144513"/>
                    <a:gd name="connsiteX2" fmla="*/ 2391395 w 2391395"/>
                    <a:gd name="connsiteY2" fmla="*/ 144513 h 144513"/>
                    <a:gd name="connsiteX3" fmla="*/ 2389905 w 2391395"/>
                    <a:gd name="connsiteY3" fmla="*/ 0 h 144513"/>
                    <a:gd name="connsiteX4" fmla="*/ 0 w 2391395"/>
                    <a:gd name="connsiteY4" fmla="*/ 5037 h 144513"/>
                    <a:gd name="connsiteX0" fmla="*/ 0 w 2391395"/>
                    <a:gd name="connsiteY0" fmla="*/ 0 h 139476"/>
                    <a:gd name="connsiteX1" fmla="*/ 633 w 2391395"/>
                    <a:gd name="connsiteY1" fmla="*/ 131722 h 139476"/>
                    <a:gd name="connsiteX2" fmla="*/ 2391395 w 2391395"/>
                    <a:gd name="connsiteY2" fmla="*/ 139476 h 139476"/>
                    <a:gd name="connsiteX3" fmla="*/ 2386721 w 2391395"/>
                    <a:gd name="connsiteY3" fmla="*/ 177 h 139476"/>
                    <a:gd name="connsiteX4" fmla="*/ 0 w 2391395"/>
                    <a:gd name="connsiteY4" fmla="*/ 0 h 139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391395" h="139476">
                      <a:moveTo>
                        <a:pt x="0" y="0"/>
                      </a:moveTo>
                      <a:lnTo>
                        <a:pt x="633" y="131722"/>
                      </a:lnTo>
                      <a:lnTo>
                        <a:pt x="2391395" y="139476"/>
                      </a:lnTo>
                      <a:cubicBezTo>
                        <a:pt x="2390368" y="97677"/>
                        <a:pt x="2387748" y="41976"/>
                        <a:pt x="2386721" y="177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FF">
                    <a:lumMod val="65000"/>
                  </a:srgbClr>
                </a:solidFill>
                <a:ln w="3175" cap="flat" cmpd="sng" algn="ctr">
                  <a:solidFill>
                    <a:srgbClr val="000000">
                      <a:lumMod val="85000"/>
                      <a:lumOff val="1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r-FR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4" name="Groupe 23">
                <a:extLst>
                  <a:ext uri="{FF2B5EF4-FFF2-40B4-BE49-F238E27FC236}">
                    <a16:creationId xmlns:a16="http://schemas.microsoft.com/office/drawing/2014/main" id="{2B6EF008-9C99-2818-777E-825337B1E9B1}"/>
                  </a:ext>
                </a:extLst>
              </p:cNvPr>
              <p:cNvGrpSpPr/>
              <p:nvPr/>
            </p:nvGrpSpPr>
            <p:grpSpPr>
              <a:xfrm>
                <a:off x="1886522" y="4049996"/>
                <a:ext cx="251901" cy="618215"/>
                <a:chOff x="6223111" y="812369"/>
                <a:chExt cx="251901" cy="618215"/>
              </a:xfrm>
            </p:grpSpPr>
            <p:sp>
              <p:nvSpPr>
                <p:cNvPr id="25" name="Cylindre 24">
                  <a:extLst>
                    <a:ext uri="{FF2B5EF4-FFF2-40B4-BE49-F238E27FC236}">
                      <a16:creationId xmlns:a16="http://schemas.microsoft.com/office/drawing/2014/main" id="{88620607-12E3-0BD4-D524-09972F15A09D}"/>
                    </a:ext>
                  </a:extLst>
                </p:cNvPr>
                <p:cNvSpPr/>
                <p:nvPr/>
              </p:nvSpPr>
              <p:spPr>
                <a:xfrm>
                  <a:off x="6223111" y="1300933"/>
                  <a:ext cx="250940" cy="129651"/>
                </a:xfrm>
                <a:prstGeom prst="can">
                  <a:avLst>
                    <a:gd name="adj" fmla="val 47040"/>
                  </a:avLst>
                </a:prstGeom>
                <a:solidFill>
                  <a:srgbClr val="000000"/>
                </a:solidFill>
                <a:ln w="12700" cap="flat" cmpd="sng" algn="ctr">
                  <a:solidFill>
                    <a:srgbClr val="000000">
                      <a:shade val="50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r-FR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6" name="Cylindre 25">
                  <a:extLst>
                    <a:ext uri="{FF2B5EF4-FFF2-40B4-BE49-F238E27FC236}">
                      <a16:creationId xmlns:a16="http://schemas.microsoft.com/office/drawing/2014/main" id="{DE144095-7118-ADDB-D169-F8B10CF23B4B}"/>
                    </a:ext>
                  </a:extLst>
                </p:cNvPr>
                <p:cNvSpPr/>
                <p:nvPr/>
              </p:nvSpPr>
              <p:spPr>
                <a:xfrm>
                  <a:off x="6224072" y="812369"/>
                  <a:ext cx="250940" cy="533371"/>
                </a:xfrm>
                <a:prstGeom prst="can">
                  <a:avLst/>
                </a:prstGeom>
                <a:solidFill>
                  <a:srgbClr val="00B29C"/>
                </a:solidFill>
                <a:ln w="12700" cap="flat" cmpd="sng" algn="ctr">
                  <a:solidFill>
                    <a:srgbClr val="00B29C">
                      <a:shade val="50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r-FR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7" name="Cylindre 26">
                  <a:extLst>
                    <a:ext uri="{FF2B5EF4-FFF2-40B4-BE49-F238E27FC236}">
                      <a16:creationId xmlns:a16="http://schemas.microsoft.com/office/drawing/2014/main" id="{93CBF156-9A44-8660-6DF1-4575DA89A5C5}"/>
                    </a:ext>
                  </a:extLst>
                </p:cNvPr>
                <p:cNvSpPr/>
                <p:nvPr/>
              </p:nvSpPr>
              <p:spPr>
                <a:xfrm>
                  <a:off x="6282485" y="1049750"/>
                  <a:ext cx="132591" cy="247638"/>
                </a:xfrm>
                <a:prstGeom prst="can">
                  <a:avLst/>
                </a:prstGeom>
                <a:solidFill>
                  <a:srgbClr val="00B29C">
                    <a:lumMod val="40000"/>
                    <a:lumOff val="60000"/>
                  </a:srgbClr>
                </a:solidFill>
                <a:ln w="12700" cap="flat" cmpd="sng" algn="ctr">
                  <a:solidFill>
                    <a:srgbClr val="00B29C">
                      <a:shade val="50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r-FR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8" name="Explosion 1 399">
                  <a:extLst>
                    <a:ext uri="{FF2B5EF4-FFF2-40B4-BE49-F238E27FC236}">
                      <a16:creationId xmlns:a16="http://schemas.microsoft.com/office/drawing/2014/main" id="{E73C21D8-499C-355A-183B-9E816B129B06}"/>
                    </a:ext>
                  </a:extLst>
                </p:cNvPr>
                <p:cNvSpPr/>
                <p:nvPr/>
              </p:nvSpPr>
              <p:spPr>
                <a:xfrm>
                  <a:off x="6301446" y="900681"/>
                  <a:ext cx="100408" cy="115849"/>
                </a:xfrm>
                <a:prstGeom prst="irregularSeal1">
                  <a:avLst/>
                </a:prstGeom>
                <a:solidFill>
                  <a:srgbClr val="FFC000"/>
                </a:solidFill>
                <a:ln w="12700" cap="flat" cmpd="sng" algn="ctr">
                  <a:solidFill>
                    <a:srgbClr val="FF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r-FR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29" name="Connecteur droit avec flèche 28">
                  <a:extLst>
                    <a:ext uri="{FF2B5EF4-FFF2-40B4-BE49-F238E27FC236}">
                      <a16:creationId xmlns:a16="http://schemas.microsoft.com/office/drawing/2014/main" id="{CC232CD8-7657-67B3-050C-1465A2C3D4B4}"/>
                    </a:ext>
                  </a:extLst>
                </p:cNvPr>
                <p:cNvCxnSpPr/>
                <p:nvPr/>
              </p:nvCxnSpPr>
              <p:spPr>
                <a:xfrm>
                  <a:off x="6352173" y="1116190"/>
                  <a:ext cx="0" cy="158729"/>
                </a:xfrm>
                <a:prstGeom prst="straightConnector1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  <a:miter lim="800000"/>
                  <a:tailEnd type="triangle"/>
                </a:ln>
                <a:effectLst/>
              </p:spPr>
            </p:cxnSp>
          </p:grpSp>
        </p:grpSp>
      </p:grpSp>
    </p:spTree>
    <p:extLst>
      <p:ext uri="{BB962C8B-B14F-4D97-AF65-F5344CB8AC3E}">
        <p14:creationId xmlns:p14="http://schemas.microsoft.com/office/powerpoint/2010/main" val="339451554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1147</TotalTime>
  <Words>0</Words>
  <Application>Microsoft Office PowerPoint</Application>
  <PresentationFormat>Grand écran</PresentationFormat>
  <Paragraphs>0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Thème Office</vt:lpstr>
      <vt:lpstr>Présentation PowerPoint</vt:lpstr>
      <vt:lpstr>Présentation PowerPoint</vt:lpstr>
    </vt:vector>
  </TitlesOfParts>
  <Company>CNES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Pascal Nathan</dc:creator>
  <cp:lastModifiedBy>Pascal Nathan</cp:lastModifiedBy>
  <cp:revision>8</cp:revision>
  <dcterms:created xsi:type="dcterms:W3CDTF">2026-08-04T15:30:46Z</dcterms:created>
  <dcterms:modified xsi:type="dcterms:W3CDTF">2026-08-12T12:10:23Z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HeaderLocations">
    <vt:lpwstr>Thème Office:8</vt:lpwstr>
  </property>
  <property fmtid="{D5CDD505-2E9C-101B-9397-08002B2CF9AE}" pid="3" name="ClassificationContentMarkingHeaderText">
    <vt:lpwstr>Diffusion Limitée</vt:lpwstr>
  </property>
  <property fmtid="{D5CDD505-2E9C-101B-9397-08002B2CF9AE}" pid="4" name="MSIP_Label_5f5e7aee-c544-420e-a8fb-050d6fa4fb0d_Enabled">
    <vt:lpwstr>true</vt:lpwstr>
  </property>
  <property fmtid="{D5CDD505-2E9C-101B-9397-08002B2CF9AE}" pid="5" name="MSIP_Label_5f5e7aee-c544-420e-a8fb-050d6fa4fb0d_SetDate">
    <vt:lpwstr>2026-08-11T17:01:32Z</vt:lpwstr>
  </property>
  <property fmtid="{D5CDD505-2E9C-101B-9397-08002B2CF9AE}" pid="6" name="MSIP_Label_5f5e7aee-c544-420e-a8fb-050d6fa4fb0d_Method">
    <vt:lpwstr>Privileged</vt:lpwstr>
  </property>
  <property fmtid="{D5CDD505-2E9C-101B-9397-08002B2CF9AE}" pid="7" name="MSIP_Label_5f5e7aee-c544-420e-a8fb-050d6fa4fb0d_Name">
    <vt:lpwstr>Public</vt:lpwstr>
  </property>
  <property fmtid="{D5CDD505-2E9C-101B-9397-08002B2CF9AE}" pid="8" name="MSIP_Label_5f5e7aee-c544-420e-a8fb-050d6fa4fb0d_SiteId">
    <vt:lpwstr>4e4f251a-447f-486f-be40-db2ede4b8f4e</vt:lpwstr>
  </property>
  <property fmtid="{D5CDD505-2E9C-101B-9397-08002B2CF9AE}" pid="9" name="MSIP_Label_5f5e7aee-c544-420e-a8fb-050d6fa4fb0d_ActionId">
    <vt:lpwstr>8ac14f54-52ff-475f-a222-a3b7ebea362f</vt:lpwstr>
  </property>
  <property fmtid="{D5CDD505-2E9C-101B-9397-08002B2CF9AE}" pid="10" name="MSIP_Label_5f5e7aee-c544-420e-a8fb-050d6fa4fb0d_ContentBits">
    <vt:lpwstr>0</vt:lpwstr>
  </property>
</Properties>
</file>